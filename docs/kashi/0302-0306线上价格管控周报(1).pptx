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3" r:id="rId2"/>
    <p:sldId id="265" r:id="rId3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081" name="BG-A0020" initials="B" lastIdx="0" clrIdx="1080"/>
  <p:cmAuthor id="1" name="Kelly Kuehneman" initials="KAK" lastIdx="0" clrIdx="0"/>
  <p:cmAuthor id="1082" name="James" initials="J" lastIdx="0" clrIdx="1081"/>
  <p:cmAuthor id="2" name="崔冶鸣（内蒙古英才管培生）" initials="崔" lastIdx="0" clrIdx="1"/>
  <p:cmAuthor id="1083" name="张立鑫" initials="张" lastIdx="0" clrIdx="1082"/>
  <p:cmAuthor id="3" name="朱 娅琳" initials="朱" lastIdx="0" clrIdx="2"/>
  <p:cmAuthor id="1084" name="未知" initials="未" lastIdx="0" clrIdx="1083"/>
  <p:cmAuthor id="4" name="程亮" initials="程" lastIdx="0" clrIdx="3"/>
  <p:cmAuthor id="1085" name="陶川" initials="陶" lastIdx="0" clrIdx="1084"/>
  <p:cmAuthor id="5" name="张逸晨" initials="张" lastIdx="0" clrIdx="4"/>
  <p:cmAuthor id="1086" name="桓蕾" initials="桓" lastIdx="0" clrIdx="1085"/>
  <p:cmAuthor id="6" name="作者" initials="作" lastIdx="0" clrIdx="5"/>
  <p:cmAuthor id="1087" name="曹 琪" initials="曹" lastIdx="0" clrIdx="1086"/>
  <p:cmAuthor id="7" name="pengf" initials="p" lastIdx="0" clrIdx="6"/>
  <p:cmAuthor id="1088" name="RENRUOMENG" initials="R" lastIdx="0" clrIdx="1087"/>
  <p:cmAuthor id="8" name="雨林木风" initials="雨" lastIdx="0" clrIdx="7"/>
  <p:cmAuthor id="1089" name="julai" initials="j" lastIdx="0" clrIdx="1088"/>
  <p:cmAuthor id="9" name="wanglx" initials="w" lastIdx="0" clrIdx="8"/>
  <p:cmAuthor id="1090" name="锡 米" initials="锡米" lastIdx="0" clrIdx="1089"/>
  <p:cmAuthor id="10" name="张洁01-lhq" initials="张" lastIdx="0" clrIdx="9"/>
  <p:cmAuthor id="1091" name="LM" initials="L" lastIdx="0" clrIdx="1090"/>
  <p:cmAuthor id="11" name="杨 婉彦" initials="杨" lastIdx="0" clrIdx="10"/>
  <p:cmAuthor id="1092" name="飞 邓" initials="飞邓" lastIdx="0" clrIdx="1091"/>
  <p:cmAuthor id="12" name="池依曼" initials="池" lastIdx="0" clrIdx="11"/>
  <p:cmAuthor id="1093" name="PPTer_Tang" initials="P" lastIdx="0" clrIdx="1092"/>
  <p:cmAuthor id="13" name="624741094@qq.com" initials="6" lastIdx="0" clrIdx="12"/>
  <p:cmAuthor id="1094" name="吴 华先" initials="吴" lastIdx="0" clrIdx="1093"/>
  <p:cmAuthor id="14" name="未知用户219" initials="未" lastIdx="0" clrIdx="13"/>
  <p:cmAuthor id="1095" name="请注意" initials="请" lastIdx="0" clrIdx="1094"/>
  <p:cmAuthor id="15" name="静" initials="静" lastIdx="0" clrIdx="14"/>
  <p:cmAuthor id="1096" name="JW" initials="J" lastIdx="0" clrIdx="1095"/>
  <p:cmAuthor id="16" name="未知用户230" initials="未" lastIdx="0" clrIdx="15"/>
  <p:cmAuthor id="1097" name="史敏慧" initials="m" lastIdx="0" clrIdx="1096"/>
  <p:cmAuthor id="17" name="429786368@qq.com" initials="4" lastIdx="0" clrIdx="16"/>
  <p:cmAuthor id="1098" name="杨 超" initials="杨" lastIdx="0" clrIdx="1097"/>
  <p:cmAuthor id="18" name="未知用户231" initials="未" lastIdx="0" clrIdx="17"/>
  <p:cmAuthor id="1099" name="刘 欣" initials="刘" lastIdx="0" clrIdx="1098"/>
  <p:cmAuthor id="19" name="admin" initials="a" lastIdx="0" clrIdx="18"/>
  <p:cmAuthor id="1100" name="90956" initials="9" lastIdx="0" clrIdx="1099"/>
  <p:cmAuthor id="20" name="未知用户232" initials="未" lastIdx="0" clrIdx="19"/>
  <p:cmAuthor id="1101" name="康馨雅善" initials="康" lastIdx="0" clrIdx="1100"/>
  <p:cmAuthor id="21" name="嗨 早上好" initials="嗨" lastIdx="0" clrIdx="20"/>
  <p:cmAuthor id="1102" name="86151" initials="8" lastIdx="0" clrIdx="1101"/>
  <p:cmAuthor id="22" name="未知用户237" initials="未" lastIdx="0" clrIdx="21"/>
  <p:cmAuthor id="1103" name="INNPT" initials="I" lastIdx="0" clrIdx="1102"/>
  <p:cmAuthor id="23" name="梦云的世界" initials="梦" lastIdx="0" clrIdx="22"/>
  <p:cmAuthor id="24" name="未知用户226" initials="未" lastIdx="0" clrIdx="23"/>
  <p:cmAuthor id="25" name="DELL" initials="D" lastIdx="0" clrIdx="24"/>
  <p:cmAuthor id="26" name="亚运 曹" initials="亚" lastIdx="0" clrIdx="25"/>
  <p:cmAuthor id="27" name="lx" initials="l" lastIdx="0" clrIdx="26"/>
  <p:cmAuthor id="28" name="lp" initials="l" lastIdx="0" clrIdx="27"/>
  <p:cmAuthor id="29" name="Administrator" initials="A" lastIdx="0" clrIdx="28"/>
  <p:cmAuthor id="30" name="张正明" initials="张" lastIdx="0" clrIdx="29"/>
  <p:cmAuthor id="31" name="林 ♥" initials="林" lastIdx="0" clrIdx="30"/>
  <p:cmAuthor id="32" name="FANG SUN" initials="F" lastIdx="0" clrIdx="31"/>
  <p:cmAuthor id="33" name="370443202@qq.com" initials="3" lastIdx="0" clrIdx="32"/>
  <p:cmAuthor id="34" name="富德生命人寿" initials="富" lastIdx="0" clrIdx="33"/>
  <p:cmAuthor id="35" name="dangyuanyuan" initials="d" lastIdx="0" clrIdx="34"/>
  <p:cmAuthor id="36" name="袁缘" initials="袁" lastIdx="0" clrIdx="35"/>
  <p:cmAuthor id="37" name="张俊峰" initials="张" lastIdx="0" clrIdx="36"/>
  <p:cmAuthor id="38" name="未知用户416" initials="未" lastIdx="0" clrIdx="37"/>
  <p:cmAuthor id="39" name="dell" initials="d" lastIdx="0" clrIdx="38"/>
  <p:cmAuthor id="40" name="未知用户404" initials="未" lastIdx="0" clrIdx="39"/>
  <p:cmAuthor id="41" name="微软用户" initials="微" lastIdx="0" clrIdx="40"/>
  <p:cmAuthor id="42" name="未知用户408" initials="未" lastIdx="0" clrIdx="41"/>
  <p:cmAuthor id="43" name="李振宇" initials="李" lastIdx="0" clrIdx="42"/>
  <p:cmAuthor id="44" name="未知用户409" initials="未" lastIdx="0" clrIdx="43"/>
  <p:cmAuthor id="45" name="nine" initials="n" lastIdx="0" clrIdx="44"/>
  <p:cmAuthor id="46" name="未知用户412" initials="未" lastIdx="0" clrIdx="45"/>
  <p:cmAuthor id="47" name="邹洋" initials="邹" lastIdx="0" clrIdx="46"/>
  <p:cmAuthor id="48" name="未知用户413" initials="未" lastIdx="0" clrIdx="47"/>
  <p:cmAuthor id="49" name="王志刚" initials="王" lastIdx="0" clrIdx="48"/>
  <p:cmAuthor id="50" name="未知用户414" initials="未" lastIdx="0" clrIdx="49"/>
  <p:cmAuthor id="51" name="未知用户13" initials="未" lastIdx="0" clrIdx="50"/>
  <p:cmAuthor id="52" name="未知用户415" initials="未" lastIdx="0" clrIdx="51"/>
  <p:cmAuthor id="53" name="沈霄雷" initials="沈" lastIdx="0" clrIdx="52"/>
  <p:cmAuthor id="54" name="未知用户215" initials="未" lastIdx="0" clrIdx="53"/>
  <p:cmAuthor id="55" name="未知用户5" initials="未" lastIdx="0" clrIdx="54"/>
  <p:cmAuthor id="56" name="李哲(ZheLi)-顺丰科技" initials="a" lastIdx="0" clrIdx="55"/>
  <p:cmAuthor id="57" name="未知用户217" initials="未" lastIdx="0" clrIdx="56"/>
  <p:cmAuthor id="58" name="yangkun" initials="y" lastIdx="0" clrIdx="57"/>
  <p:cmAuthor id="59" name="SFUser" initials="S" lastIdx="0" clrIdx="58"/>
  <p:cmAuthor id="60" name="未知用户261" initials="未" lastIdx="0" clrIdx="59"/>
  <p:cmAuthor id="61" name="王明明" initials="王" lastIdx="0" clrIdx="60"/>
  <p:cmAuthor id="62" name="Lenovo User" initials="L" lastIdx="0" clrIdx="61"/>
  <p:cmAuthor id="63" name="未知用户371" initials="未" lastIdx="0" clrIdx="62"/>
  <p:cmAuthor id="64" name="hys2" initials="h" lastIdx="0" clrIdx="63"/>
  <p:cmAuthor id="65" name="未知用户370" initials="未" lastIdx="0" clrIdx="64"/>
  <p:cmAuthor id="66" name="赵琦" initials="赵" lastIdx="0" clrIdx="65"/>
  <p:cmAuthor id="67" name="未知用户347" initials="未" lastIdx="0" clrIdx="66"/>
  <p:cmAuthor id="68" name="朱绍春" initials="朱" lastIdx="0" clrIdx="67"/>
  <p:cmAuthor id="69" name="未知用户348" initials="未" lastIdx="0" clrIdx="68"/>
  <p:cmAuthor id="70" name="李增增" initials="李" lastIdx="0" clrIdx="69"/>
  <p:cmAuthor id="71" name="未知用户286" initials="未" lastIdx="0" clrIdx="70"/>
  <p:cmAuthor id="72" name="朱悦龙" initials="朱" lastIdx="0" clrIdx="71"/>
  <p:cmAuthor id="73" name="未知用户373" initials="未" lastIdx="0" clrIdx="72"/>
  <p:cmAuthor id="74" name="evil" initials="e" lastIdx="0" clrIdx="73"/>
  <p:cmAuthor id="75" name="未知用户350" initials="未" lastIdx="0" clrIdx="74"/>
  <p:cmAuthor id="76" name="朱雪松" initials="朱" lastIdx="0" clrIdx="75"/>
  <p:cmAuthor id="77" name="未知用户218" initials="未" lastIdx="0" clrIdx="76"/>
  <p:cmAuthor id="78" name="吕志勇" initials="吕" lastIdx="0" clrIdx="77"/>
  <p:cmAuthor id="79" name="未知用户351" initials="未" lastIdx="0" clrIdx="78"/>
  <p:cmAuthor id="80" name="何已龙" initials="何" lastIdx="0" clrIdx="79"/>
  <p:cmAuthor id="81" name="未知用户352" initials="未" lastIdx="0" clrIdx="80"/>
  <p:cmAuthor id="82" name="叶得会" initials="叶" lastIdx="0" clrIdx="81"/>
  <p:cmAuthor id="83" name="未知用户353" initials="未" lastIdx="0" clrIdx="82"/>
  <p:cmAuthor id="84" name="未知用户6" initials="未" lastIdx="0" clrIdx="83"/>
  <p:cmAuthor id="85" name="未知用户354" initials="未" lastIdx="0" clrIdx="84"/>
  <p:cmAuthor id="86" name="WPS_1679281038" initials="W" lastIdx="0" clrIdx="85"/>
  <p:cmAuthor id="87" name="未知用户8" initials="未" lastIdx="0" clrIdx="86"/>
  <p:cmAuthor id="88" name="未知用户355" initials="未" lastIdx="0" clrIdx="87"/>
  <p:cmAuthor id="89" name="未知用户7" initials="未" lastIdx="0" clrIdx="88"/>
  <p:cmAuthor id="90" name="未知用户356" initials="未" lastIdx="0" clrIdx="89"/>
  <p:cmAuthor id="91" name="未知用户9" initials="未" lastIdx="0" clrIdx="90"/>
  <p:cmAuthor id="92" name="未知用户378" initials="未" lastIdx="0" clrIdx="91"/>
  <p:cmAuthor id="93" name="未知用户17" initials="未" lastIdx="0" clrIdx="92"/>
  <p:cmAuthor id="94" name="未知用户357" initials="未" lastIdx="0" clrIdx="93"/>
  <p:cmAuthor id="95" name="未知用户18" initials="未" lastIdx="0" clrIdx="94"/>
  <p:cmAuthor id="96" name="未知用户362" initials="未" lastIdx="0" clrIdx="95"/>
  <p:cmAuthor id="97" name="未知用户20" initials="未" lastIdx="0" clrIdx="96"/>
  <p:cmAuthor id="98" name="未知用户363" initials="未" lastIdx="0" clrIdx="97"/>
  <p:cmAuthor id="99" name="未知用户19" initials="未" lastIdx="0" clrIdx="98"/>
  <p:cmAuthor id="100" name="未知用户374" initials="未" lastIdx="0" clrIdx="99"/>
  <p:cmAuthor id="101" name="未知用户21" initials="未" lastIdx="0" clrIdx="100"/>
  <p:cmAuthor id="102" name="未知用户375" initials="未" lastIdx="0" clrIdx="101"/>
  <p:cmAuthor id="103" name="未知用户14" initials="未" lastIdx="0" clrIdx="102"/>
  <p:cmAuthor id="104" name="未知用户369" initials="未" lastIdx="0" clrIdx="103"/>
  <p:cmAuthor id="105" name="未知用户15" initials="未" lastIdx="0" clrIdx="104"/>
  <p:cmAuthor id="106" name="未知用户376" initials="未" lastIdx="0" clrIdx="105"/>
  <p:cmAuthor id="107" name="未知用户16" initials="未" lastIdx="0" clrIdx="106"/>
  <p:cmAuthor id="108" name="未知用户377" initials="未" lastIdx="0" clrIdx="107"/>
  <p:cmAuthor id="109" name="郝崇" initials="郝" lastIdx="0" clrIdx="108"/>
  <p:cmAuthor id="110" name="未知用户372" initials="未" lastIdx="0" clrIdx="109"/>
  <p:cmAuthor id="111" name="吴杰" initials="吴" lastIdx="0" clrIdx="110"/>
  <p:cmAuthor id="112" name="Xzjd" initials="X" lastIdx="0" clrIdx="111"/>
  <p:cmAuthor id="113" name="刘丽仙" initials="刘" lastIdx="0" clrIdx="112"/>
  <p:cmAuthor id="114" name="马静" initials="马" lastIdx="0" clrIdx="113"/>
  <p:cmAuthor id="115" name="李百秋" initials="李" lastIdx="0" clrIdx="114"/>
  <p:cmAuthor id="116" name="未知用户466" initials="未" lastIdx="0" clrIdx="115"/>
  <p:cmAuthor id="117" name="范作霖" initials="范" lastIdx="0" clrIdx="116"/>
  <p:cmAuthor id="118" name="未知用户460" initials="未" lastIdx="0" clrIdx="117"/>
  <p:cmAuthor id="119" name="rq fan" initials="r" lastIdx="0" clrIdx="118"/>
  <p:cmAuthor id="120" name="未知用户454" initials="未" lastIdx="0" clrIdx="119"/>
  <p:cmAuthor id="121" name="dingbo" initials="d" lastIdx="0" clrIdx="120"/>
  <p:cmAuthor id="122" name="未知用户461" initials="未" lastIdx="0" clrIdx="121"/>
  <p:cmAuthor id="123" name="李永欣" initials="李" lastIdx="0" clrIdx="122"/>
  <p:cmAuthor id="124" name="未知用户455" initials="未" lastIdx="0" clrIdx="123"/>
  <p:cmAuthor id="125" name="仝德志" initials="仝" lastIdx="0" clrIdx="124"/>
  <p:cmAuthor id="126" name="未知用户462" initials="未" lastIdx="0" clrIdx="125"/>
  <p:cmAuthor id="127" name="丁芙蓉" initials="丁" lastIdx="0" clrIdx="126"/>
  <p:cmAuthor id="128" name="未知用户465" initials="未" lastIdx="0" clrIdx="127"/>
  <p:cmAuthor id="129" name="许弘扬" initials="许" lastIdx="0" clrIdx="128"/>
  <p:cmAuthor id="130" name="未知用户457" initials="未" lastIdx="0" clrIdx="129"/>
  <p:cmAuthor id="131" name="未知用户23" initials="未" lastIdx="0" clrIdx="130"/>
  <p:cmAuthor id="132" name="未知用户450" initials="未" lastIdx="0" clrIdx="131"/>
  <p:cmAuthor id="133" name="未知用户24" initials="未" lastIdx="0" clrIdx="132"/>
  <p:cmAuthor id="134" name="未知用户463" initials="未" lastIdx="0" clrIdx="133"/>
  <p:cmAuthor id="135" name="未知用户25" initials="未" lastIdx="0" clrIdx="134"/>
  <p:cmAuthor id="136" name="未知用户467" initials="未" lastIdx="0" clrIdx="135"/>
  <p:cmAuthor id="137" name="未知用户26" initials="未" lastIdx="0" clrIdx="136"/>
  <p:cmAuthor id="138" name="未知用户468" initials="未" lastIdx="0" clrIdx="137"/>
  <p:cmAuthor id="139" name="未知用户27" initials="未" lastIdx="0" clrIdx="138"/>
  <p:cmAuthor id="140" name="未知用户469" initials="未" lastIdx="0" clrIdx="139"/>
  <p:cmAuthor id="141" name="未知用户28" initials="未" lastIdx="0" clrIdx="140"/>
  <p:cmAuthor id="142" name="未知用户458" initials="未" lastIdx="0" clrIdx="141"/>
  <p:cmAuthor id="143" name="未知用户29" initials="未" lastIdx="0" clrIdx="142"/>
  <p:cmAuthor id="144" name="未知用户470" initials="未" lastIdx="0" clrIdx="143"/>
  <p:cmAuthor id="145" name="未知用户30" initials="未" lastIdx="0" clrIdx="144"/>
  <p:cmAuthor id="146" name="未知用户471" initials="未" lastIdx="0" clrIdx="145"/>
  <p:cmAuthor id="147" name="未知用户10" initials="未" lastIdx="0" clrIdx="146"/>
  <p:cmAuthor id="148" name="未知用户472" initials="未" lastIdx="0" clrIdx="147"/>
  <p:cmAuthor id="149" name="未知用户12" initials="未" lastIdx="0" clrIdx="148"/>
  <p:cmAuthor id="150" name="未知用户473" initials="未" lastIdx="0" clrIdx="149"/>
  <p:cmAuthor id="151" name="未知用户11" initials="未" lastIdx="0" clrIdx="150"/>
  <p:cmAuthor id="152" name="未知用户235" initials="未" lastIdx="0" clrIdx="151"/>
  <p:cmAuthor id="153" name="贡鑫" initials="贡" lastIdx="0" clrIdx="152"/>
  <p:cmAuthor id="154" name="未知用户453" initials="未" lastIdx="0" clrIdx="153"/>
  <p:cmAuthor id="155" name="administrator1" initials="a" lastIdx="0" clrIdx="154"/>
  <p:cmAuthor id="156" name="未知用户474" initials="未" lastIdx="0" clrIdx="155"/>
  <p:cmAuthor id="157" name="杜雪梅" initials="杜" lastIdx="0" clrIdx="156"/>
  <p:cmAuthor id="158" name="未知用户475" initials="未" lastIdx="0" clrIdx="157"/>
  <p:cmAuthor id="159" name="lijin" initials="l" lastIdx="0" clrIdx="158"/>
  <p:cmAuthor id="160" name="未知用户476" initials="未" lastIdx="0" clrIdx="159"/>
  <p:cmAuthor id="161" name="gtmc" initials="g" lastIdx="0" clrIdx="160"/>
  <p:cmAuthor id="162" name="未知用户459" initials="未" lastIdx="0" clrIdx="161"/>
  <p:cmAuthor id="163" name="chunsong_hu" initials="c" lastIdx="0" clrIdx="162"/>
  <p:cmAuthor id="164" name="未知用户489" initials="未" lastIdx="0" clrIdx="163"/>
  <p:cmAuthor id="165" name="张雁" initials="张" lastIdx="0" clrIdx="164"/>
  <p:cmAuthor id="166" name="未知用户488" initials="未" lastIdx="0" clrIdx="165"/>
  <p:cmAuthor id="167" name="贾清山" initials="贾" lastIdx="0" clrIdx="166"/>
  <p:cmAuthor id="168" name="未知用户490" initials="未" lastIdx="0" clrIdx="167"/>
  <p:cmAuthor id="169" name="陈桂枝" initials="陈" lastIdx="0" clrIdx="168"/>
  <p:cmAuthor id="170" name="未知用户477" initials="未" lastIdx="0" clrIdx="169"/>
  <p:cmAuthor id="171" name="王向羽" initials="王" lastIdx="0" clrIdx="170"/>
  <p:cmAuthor id="172" name="未知用户478" initials="未" lastIdx="0" clrIdx="171"/>
  <p:cmAuthor id="173" name="thinkpad" initials="t" lastIdx="0" clrIdx="172"/>
  <p:cmAuthor id="174" name="未知用户479" initials="未" lastIdx="0" clrIdx="173"/>
  <p:cmAuthor id="175" name="LEO L" initials="L" lastIdx="0" clrIdx="174"/>
  <p:cmAuthor id="176" name="未知用户480" initials="未" lastIdx="0" clrIdx="175"/>
  <p:cmAuthor id="177" name="马海燕" initials="马" lastIdx="0" clrIdx="176"/>
  <p:cmAuthor id="178" name="未知用户481" initials="未" lastIdx="0" clrIdx="177"/>
  <p:cmAuthor id="179" name="libin1204@163.com" initials="l" lastIdx="0" clrIdx="178"/>
  <p:cmAuthor id="180" name="未知用户482" initials="未" lastIdx="0" clrIdx="179"/>
  <p:cmAuthor id="181" name="Qingyunli" initials="Q" lastIdx="0" clrIdx="180"/>
  <p:cmAuthor id="182" name="未知用户483" initials="未" lastIdx="0" clrIdx="181"/>
  <p:cmAuthor id="183" name="吴军" initials="吴" lastIdx="0" clrIdx="182"/>
  <p:cmAuthor id="184" name="未知用户484" initials="未" lastIdx="0" clrIdx="183"/>
  <p:cmAuthor id="185" name="USER" initials="U" lastIdx="0" clrIdx="184"/>
  <p:cmAuthor id="186" name="未知用户485" initials="未" lastIdx="0" clrIdx="185"/>
  <p:cmAuthor id="187" name="陈尚文" initials="陈" lastIdx="0" clrIdx="186"/>
  <p:cmAuthor id="188" name="未知用户486" initials="未" lastIdx="0" clrIdx="187"/>
  <p:cmAuthor id="189" name="张宏伟" initials="张" lastIdx="0" clrIdx="188"/>
  <p:cmAuthor id="190" name="未知用户452" initials="未" lastIdx="0" clrIdx="189"/>
  <p:cmAuthor id="191" name="Yuan Hu" initials="Y" lastIdx="0" clrIdx="190"/>
  <p:cmAuthor id="192" name="未知用户456" initials="未" lastIdx="0" clrIdx="191"/>
  <p:cmAuthor id="193" name="Pei" initials="P" lastIdx="0" clrIdx="192"/>
  <p:cmAuthor id="194" name="未知用户464" initials="未" lastIdx="0" clrIdx="193"/>
  <p:cmAuthor id="195" name="徐光宇" initials="徐" lastIdx="0" clrIdx="194"/>
  <p:cmAuthor id="196" name="未知用户487" initials="未" lastIdx="0" clrIdx="195"/>
  <p:cmAuthor id="197" name="李威" initials="李" lastIdx="0" clrIdx="196"/>
  <p:cmAuthor id="198" name="部室管理员/软件开发中心/总行机关/ABC" initials="部" lastIdx="0" clrIdx="197"/>
  <p:cmAuthor id="199" name="Liu, Leo (MBSHR cs)" initials="L" lastIdx="0" clrIdx="198"/>
  <p:cmAuthor id="200" name="廖爽亚" initials="廖" lastIdx="0" clrIdx="199"/>
  <p:cmAuthor id="201" name="刘豹" initials="刘" lastIdx="0" clrIdx="200"/>
  <p:cmAuthor id="202" name="zilong.li" initials="z" lastIdx="0" clrIdx="201"/>
  <p:cmAuthor id="203" name="张艳芳" initials="张" lastIdx="0" clrIdx="202"/>
  <p:cmAuthor id="204" name="James Conard" initials="J" lastIdx="0" clrIdx="203"/>
  <p:cmAuthor id="205" name="刘广艳" initials="刘" lastIdx="0" clrIdx="204"/>
  <p:cmAuthor id="206" name="邹积逊" initials="邹" lastIdx="0" clrIdx="205"/>
  <p:cmAuthor id="207" name="yangyanxia" initials="y" lastIdx="0" clrIdx="206"/>
  <p:cmAuthor id="208" name="seki" initials="s" lastIdx="0" clrIdx="207"/>
  <p:cmAuthor id="209" name="刘春辉" initials="刘" lastIdx="0" clrIdx="208"/>
  <p:cmAuthor id="210" name="Youwen Sun" initials="Y" lastIdx="0" clrIdx="209"/>
  <p:cmAuthor id="211" name="杜娇龙" initials="杜" lastIdx="0" clrIdx="210"/>
  <p:cmAuthor id="212" name="张钦" initials="张" lastIdx="0" clrIdx="211"/>
  <p:cmAuthor id="213" name="涛娜" initials="涛" lastIdx="0" clrIdx="212"/>
  <p:cmAuthor id="214" name="jin jin" initials="jj" lastIdx="0" clrIdx="213"/>
  <p:cmAuthor id="215" name="李丽华" initials="李" lastIdx="0" clrIdx="214"/>
  <p:cmAuthor id="216" name="张惠" initials="张" lastIdx="0" clrIdx="215"/>
  <p:cmAuthor id="217" name="王志虎" initials="王" lastIdx="0" clrIdx="216"/>
  <p:cmAuthor id="218" name="魏永生" initials="魏" lastIdx="0" clrIdx="217"/>
  <p:cmAuthor id="219" name="Zhou, Judy" initials="Z" lastIdx="0" clrIdx="218"/>
  <p:cmAuthor id="220" name=" " initials=" " lastIdx="0" clrIdx="219"/>
  <p:cmAuthor id="221" name="刘" initials="刘" lastIdx="0" clrIdx="220"/>
  <p:cmAuthor id="222" name="新萝卜家园" initials="新" lastIdx="0" clrIdx="221"/>
  <p:cmAuthor id="223" name="付文双" initials="付" lastIdx="0" clrIdx="222"/>
  <p:cmAuthor id="224" name="侯 林" initials="侯" lastIdx="0" clrIdx="223"/>
  <p:cmAuthor id="225" name="孙大威" initials="孙" lastIdx="0" clrIdx="224"/>
  <p:cmAuthor id="226" name="郝志永" initials="郝" lastIdx="0" clrIdx="225"/>
  <p:cmAuthor id="227" name="李明" initials="李" lastIdx="0" clrIdx="226"/>
  <p:cmAuthor id="228" name="王梓合" initials="王" lastIdx="0" clrIdx="227"/>
  <p:cmAuthor id="229" name="MG" initials="M" lastIdx="0" clrIdx="228"/>
  <p:cmAuthor id="230" name="徐仕超" initials="徐" lastIdx="0" clrIdx="229"/>
  <p:cmAuthor id="231" name="hasee" initials="h" lastIdx="0" clrIdx="230"/>
  <p:cmAuthor id="232" name="zyf" initials="z" lastIdx="0" clrIdx="231"/>
  <p:cmAuthor id="233" name="LiWei" initials="L" lastIdx="0" clrIdx="232"/>
  <p:cmAuthor id="234" name="Lzy" initials="L" lastIdx="0" clrIdx="233"/>
  <p:cmAuthor id="235" name="未知用户410" initials="未" lastIdx="0" clrIdx="234"/>
  <p:cmAuthor id="236" name="任勇" initials="任" lastIdx="0" clrIdx="235"/>
  <p:cmAuthor id="237" name="feng wei" initials="f" lastIdx="0" clrIdx="236"/>
  <p:cmAuthor id="238" name="Chris Kou" initials="C" lastIdx="0" clrIdx="237"/>
  <p:cmAuthor id="239" name="Picc" initials="P" lastIdx="0" clrIdx="238"/>
  <p:cmAuthor id="240" name="王川雪" initials="王" lastIdx="0" clrIdx="239"/>
  <p:cmAuthor id="241" name="CommUser" initials="C" lastIdx="0" clrIdx="240"/>
  <p:cmAuthor id="242" name="仵新荣" initials="仵" lastIdx="0" clrIdx="241"/>
  <p:cmAuthor id="243" name="ae2000" initials="a" lastIdx="0" clrIdx="242"/>
  <p:cmAuthor id="244" name="樊革霞" initials="樊" lastIdx="0" clrIdx="243"/>
  <p:cmAuthor id="245" name="Hi_ Young" initials="H" lastIdx="0" clrIdx="244"/>
  <p:cmAuthor id="246" name="席美娟" initials="席" lastIdx="0" clrIdx="245"/>
  <p:cmAuthor id="247" name="zhenwb" initials="z" lastIdx="0" clrIdx="246"/>
  <p:cmAuthor id="248" name="未知的使用者58" initials="未" lastIdx="0" clrIdx="247"/>
  <p:cmAuthor id="249" name="ASUS" initials="A" lastIdx="0" clrIdx="248"/>
  <p:cmAuthor id="250" name="王景红" initials="王" lastIdx="0" clrIdx="249"/>
  <p:cmAuthor id="251" name="未知用户2" initials="未" lastIdx="0" clrIdx="250"/>
  <p:cmAuthor id="252" name="樊佳佳" initials="樊" lastIdx="0" clrIdx="251"/>
  <p:cmAuthor id="253" name="xq" initials="x" lastIdx="0" clrIdx="252"/>
  <p:cmAuthor id="254" name="fgx" initials="f" lastIdx="0" clrIdx="253"/>
  <p:cmAuthor id="255" name="WHTP" initials="W" lastIdx="0" clrIdx="254"/>
  <p:cmAuthor id="256" name="宋少霞" initials="宋" lastIdx="0" clrIdx="255"/>
  <p:cmAuthor id="257" name="余潇迎" initials="余" lastIdx="0" clrIdx="256"/>
  <p:cmAuthor id="258" name="Shang Xiaokun" initials="MO用" lastIdx="0" clrIdx="257"/>
  <p:cmAuthor id="259" name="w" initials="w" lastIdx="0" clrIdx="258"/>
  <p:cmAuthor id="260" name="惠莲" initials="惠" lastIdx="0" clrIdx="259"/>
  <p:cmAuthor id="261" name="未定义" initials="未" lastIdx="0" clrIdx="260"/>
  <p:cmAuthor id="262" name="邢辰凤" initials="邢" lastIdx="0" clrIdx="261"/>
  <p:cmAuthor id="263" name="陈 橙橙" initials="陈" lastIdx="0" clrIdx="262"/>
  <p:cmAuthor id="264" name="liang ma" initials="l" lastIdx="0" clrIdx="263"/>
  <p:cmAuthor id="265" name="Ansel Liu 刘晖" initials="Microsof [29]" lastIdx="0" clrIdx="264"/>
  <p:cmAuthor id="266" name="于静" initials="于" lastIdx="0" clrIdx="265"/>
  <p:cmAuthor id="267" name="FrogPrince1121" initials="F" lastIdx="0" clrIdx="266"/>
  <p:cmAuthor id="268" name="未知的使用者122" initials="未" lastIdx="0" clrIdx="267"/>
  <p:cmAuthor id="269" name="jiansheng li" initials="j" lastIdx="0" clrIdx="268"/>
  <p:cmAuthor id="270" name="未知的使用者123" initials="未" lastIdx="0" clrIdx="269"/>
  <p:cmAuthor id="271" name="刘风香" initials="刘" lastIdx="0" clrIdx="270"/>
  <p:cmAuthor id="272" name="未知的使用者124" initials="未" lastIdx="0" clrIdx="271"/>
  <p:cmAuthor id="273" name="video" initials="v" lastIdx="0" clrIdx="272"/>
  <p:cmAuthor id="274" name="刘传坤" initials="刘" lastIdx="0" clrIdx="273"/>
  <p:cmAuthor id="275" name="郭禹希" initials="郭" lastIdx="0" clrIdx="274"/>
  <p:cmAuthor id="276" name="covslj" initials="c" lastIdx="0" clrIdx="275"/>
  <p:cmAuthor id="277" name="YZB" initials="Y" lastIdx="0" clrIdx="276"/>
  <p:cmAuthor id="278" name="未知用户43" initials="未" lastIdx="0" clrIdx="277"/>
  <p:cmAuthor id="279" name="yiwei zhu" initials="y" lastIdx="0" clrIdx="278"/>
  <p:cmAuthor id="280" name="未知用户40" initials="未" lastIdx="0" clrIdx="279"/>
  <p:cmAuthor id="281" name="吕震" initials="吕" lastIdx="0" clrIdx="280"/>
  <p:cmAuthor id="282" name="未知用户41" initials="未" lastIdx="0" clrIdx="281"/>
  <p:cmAuthor id="283" name="吴岩" initials="吴" lastIdx="0" clrIdx="282"/>
  <p:cmAuthor id="284" name="未知用户42" initials="未" lastIdx="0" clrIdx="283"/>
  <p:cmAuthor id="285" name="宋昆" initials="宋" lastIdx="0" clrIdx="284"/>
  <p:cmAuthor id="286" name="未知用户36" initials="未" lastIdx="0" clrIdx="285"/>
  <p:cmAuthor id="287" name="chenzheng4" initials="c" lastIdx="0" clrIdx="286"/>
  <p:cmAuthor id="288" name="未知用户37" initials="未" lastIdx="0" clrIdx="287"/>
  <p:cmAuthor id="289" name="Sandra" initials="S" lastIdx="0" clrIdx="288"/>
  <p:cmAuthor id="290" name="未知用户38" initials="未" lastIdx="0" clrIdx="289"/>
  <p:cmAuthor id="291" name="陈蕾" initials="陈" lastIdx="0" clrIdx="290"/>
  <p:cmAuthor id="292" name="未知用户39" initials="未" lastIdx="0" clrIdx="291"/>
  <p:cmAuthor id="293" name="China" initials="C" lastIdx="0" clrIdx="292"/>
  <p:cmAuthor id="294" name="未知用户44" initials="未" lastIdx="0" clrIdx="293"/>
  <p:cmAuthor id="295" name="zguan" initials="z" lastIdx="0" clrIdx="294"/>
  <p:cmAuthor id="296" name="未知用户45" initials="未" lastIdx="0" clrIdx="295"/>
  <p:cmAuthor id="297" name="Bonan Qi" initials="B" lastIdx="0" clrIdx="296"/>
  <p:cmAuthor id="298" name="未知用户46" initials="未" lastIdx="0" clrIdx="297"/>
  <p:cmAuthor id="299" name="yaoxiaojun" initials="y" lastIdx="0" clrIdx="298"/>
  <p:cmAuthor id="300" name="未知用户47" initials="未" lastIdx="0" clrIdx="299"/>
  <p:cmAuthor id="301" name="wangcz2" initials="w" lastIdx="0" clrIdx="300"/>
  <p:cmAuthor id="302" name="未知用户48" initials="未" lastIdx="0" clrIdx="301"/>
  <p:cmAuthor id="303" name="tianan" initials="t" lastIdx="0" clrIdx="302"/>
  <p:cmAuthor id="304" name="未知用户49" initials="未" lastIdx="0" clrIdx="303"/>
  <p:cmAuthor id="305" name="Microsoft" initials="M" lastIdx="0" clrIdx="304"/>
  <p:cmAuthor id="306" name="未知用户50" initials="未" lastIdx="0" clrIdx="305"/>
  <p:cmAuthor id="307" name="郑猛" initials="M" lastIdx="0" clrIdx="306"/>
  <p:cmAuthor id="308" name="未知用户51" initials="未" lastIdx="0" clrIdx="307"/>
  <p:cmAuthor id="309" name="吴铭锐" initials="吴" lastIdx="0" clrIdx="308"/>
  <p:cmAuthor id="310" name="未知用户52" initials="未" lastIdx="0" clrIdx="309"/>
  <p:cmAuthor id="311" name="未知用户53" initials="未" lastIdx="0" clrIdx="310"/>
  <p:cmAuthor id="312" name="未知用户54" initials="未" lastIdx="0" clrIdx="311"/>
  <p:cmAuthor id="313" name="李建阳（内蒙古英才管培生）" initials="李" lastIdx="0" clrIdx="312"/>
  <p:cmAuthor id="314" name="未知用户55" initials="未" lastIdx="0" clrIdx="313"/>
  <p:cmAuthor id="315" name="未知用户56" initials="未" lastIdx="0" clrIdx="314"/>
  <p:cmAuthor id="316" name="pingchangxin@outlook.com LI" initials="p" lastIdx="0" clrIdx="315"/>
  <p:cmAuthor id="317" name="未知用户62" initials="未" lastIdx="0" clrIdx="316"/>
  <p:cmAuthor id="318" name="张晓燕(内蒙古巴彦淖尔)" initials="张" lastIdx="0" clrIdx="317"/>
  <p:cmAuthor id="319" name="未知用户63" initials="未" lastIdx="0" clrIdx="318"/>
  <p:cmAuthor id="320" name="王凯" initials="王" lastIdx="0" clrIdx="319"/>
  <p:cmAuthor id="321" name="未知用户64" initials="未" lastIdx="0" clrIdx="320"/>
  <p:cmAuthor id="322" name="未知用户65" initials="未" lastIdx="0" clrIdx="321"/>
  <p:cmAuthor id="323" name="未知用户66" initials="未" lastIdx="0" clrIdx="322"/>
  <p:cmAuthor id="324" name="未知用户67" initials="未" lastIdx="0" clrIdx="323"/>
  <p:cmAuthor id="325" name="LUO CHENG" initials="L" lastIdx="0" clrIdx="324"/>
  <p:cmAuthor id="326" name="未知用户68" initials="未" lastIdx="0" clrIdx="325"/>
  <p:cmAuthor id="327" name="未知用户69" initials="未" lastIdx="0" clrIdx="326"/>
  <p:cmAuthor id="328" name="shenyanning-001" initials="s" lastIdx="0" clrIdx="327"/>
  <p:cmAuthor id="329" name="未知用户70" initials="未" lastIdx="0" clrIdx="328"/>
  <p:cmAuthor id="330" name="未知用户71" initials="未" lastIdx="0" clrIdx="329"/>
  <p:cmAuthor id="331" name="未知用户72" initials="未" lastIdx="0" clrIdx="330"/>
  <p:cmAuthor id="332" name="Evander Wan" initials="E" lastIdx="0" clrIdx="331"/>
  <p:cmAuthor id="333" name="未知用户73" initials="未" lastIdx="0" clrIdx="332"/>
  <p:cmAuthor id="334" name="未知用户74" initials="未" lastIdx="0" clrIdx="333"/>
  <p:cmAuthor id="335" name="未知用户75" initials="未" lastIdx="0" clrIdx="334"/>
  <p:cmAuthor id="336" name="未知用户76" initials="未" lastIdx="0" clrIdx="335"/>
  <p:cmAuthor id="337" name="未知用户77" initials="未" lastIdx="0" clrIdx="336"/>
  <p:cmAuthor id="338" name="未知用户78" initials="未" lastIdx="0" clrIdx="337"/>
  <p:cmAuthor id="339" name="bing" initials="b" lastIdx="0" clrIdx="338"/>
  <p:cmAuthor id="340" name="未知用户79" initials="未" lastIdx="0" clrIdx="339"/>
  <p:cmAuthor id="341" name="hh" initials="h" lastIdx="0" clrIdx="340"/>
  <p:cmAuthor id="342" name="未知用户80" initials="未" lastIdx="0" clrIdx="341"/>
  <p:cmAuthor id="343" name="未知用户81" initials="未" lastIdx="0" clrIdx="342"/>
  <p:cmAuthor id="344" name="未知用户82" initials="未" lastIdx="0" clrIdx="343"/>
  <p:cmAuthor id="345" name="佳儀" initials="佳" lastIdx="0" clrIdx="344"/>
  <p:cmAuthor id="346" name="未知用户83" initials="未" lastIdx="0" clrIdx="345"/>
  <p:cmAuthor id="347" name="Hope0187" initials="H" lastIdx="0" clrIdx="346"/>
  <p:cmAuthor id="348" name="未知用户84" initials="未" lastIdx="0" clrIdx="347"/>
  <p:cmAuthor id="349" name="未知用户85" initials="未" lastIdx="0" clrIdx="348"/>
  <p:cmAuthor id="350" name="未知用户86" initials="未" lastIdx="0" clrIdx="349"/>
  <p:cmAuthor id="351" name="未知用户87" initials="未" lastIdx="0" clrIdx="350"/>
  <p:cmAuthor id="352" name="未知用户88" initials="未" lastIdx="0" clrIdx="351"/>
  <p:cmAuthor id="353" name="未知用户89" initials="未" lastIdx="0" clrIdx="352"/>
  <p:cmAuthor id="354" name="未知用户90" initials="未" lastIdx="0" clrIdx="353"/>
  <p:cmAuthor id="355" name="未知用户91" initials="未" lastIdx="0" clrIdx="354"/>
  <p:cmAuthor id="356" name="未知用户92" initials="未" lastIdx="0" clrIdx="355"/>
  <p:cmAuthor id="357" name="Cpic" initials="C" lastIdx="0" clrIdx="356"/>
  <p:cmAuthor id="358" name="未知用户93" initials="未" lastIdx="0" clrIdx="357"/>
  <p:cmAuthor id="359" name="未知用户94" initials="未" lastIdx="0" clrIdx="358"/>
  <p:cmAuthor id="360" name="未知用户95" initials="未" lastIdx="0" clrIdx="359"/>
  <p:cmAuthor id="361" name="未知用户96" initials="未" lastIdx="0" clrIdx="360"/>
  <p:cmAuthor id="362" name="Wangzhi gang" initials="W" lastIdx="0" clrIdx="361"/>
  <p:cmAuthor id="363" name="未知用户97" initials="未" lastIdx="0" clrIdx="362"/>
  <p:cmAuthor id="364" name="未知用户98" initials="未" lastIdx="0" clrIdx="363"/>
  <p:cmAuthor id="365" name="未知用户99" initials="未" lastIdx="0" clrIdx="364"/>
  <p:cmAuthor id="366" name="未知用户100" initials="未" lastIdx="0" clrIdx="365"/>
  <p:cmAuthor id="367" name="未知的使用者134" initials="未" lastIdx="0" clrIdx="366"/>
  <p:cmAuthor id="368" name="李柯然" initials="李" lastIdx="0" clrIdx="367"/>
  <p:cmAuthor id="369" name="李刚" initials="李" lastIdx="0" clrIdx="368"/>
  <p:cmAuthor id="370" name="朋 王" initials="朋" lastIdx="0" clrIdx="369"/>
  <p:cmAuthor id="371" name="段振华" initials="段" lastIdx="0" clrIdx="370"/>
  <p:cmAuthor id="372" name="王玉" initials="王" lastIdx="0" clrIdx="371"/>
  <p:cmAuthor id="373" name="沈永强" initials="沈" lastIdx="0" clrIdx="372"/>
  <p:cmAuthor id="374" name="Ming Zuo" initials="M" lastIdx="0" clrIdx="373"/>
  <p:cmAuthor id="375" name="未知用户139" initials="未" lastIdx="0" clrIdx="374"/>
  <p:cmAuthor id="376" name="云峰 贾" initials="云" lastIdx="0" clrIdx="375"/>
  <p:cmAuthor id="377" name="Author" initials="A" lastIdx="0" clrIdx="376"/>
  <p:cmAuthor id="378" name="张星-lgd" initials="张" lastIdx="0" clrIdx="377"/>
  <p:cmAuthor id="379" name="马红" initials="马" lastIdx="0" clrIdx="378"/>
  <p:cmAuthor id="380" name="dreamsummit" initials="d" lastIdx="0" clrIdx="379"/>
  <p:cmAuthor id="381" name="杨彦伟" initials="杨" lastIdx="0" clrIdx="380"/>
  <p:cmAuthor id="382" name="张 博" initials="张" lastIdx="0" clrIdx="381"/>
  <p:cmAuthor id="383" name="未知用户135" initials="未" lastIdx="0" clrIdx="382"/>
  <p:cmAuthor id="384" name="LS" initials="L" lastIdx="0" clrIdx="383"/>
  <p:cmAuthor id="385" name="未知的使用者165" initials="未" lastIdx="0" clrIdx="384"/>
  <p:cmAuthor id="386" name="未知的使用者158" initials="未" lastIdx="0" clrIdx="385"/>
  <p:cmAuthor id="387" name="Morgan, Aaron" initials="M" lastIdx="0" clrIdx="386"/>
  <p:cmAuthor id="388" name="武森" initials="武" lastIdx="0" clrIdx="387"/>
  <p:cmAuthor id="389" name="weige" initials="w" lastIdx="0" clrIdx="388"/>
  <p:cmAuthor id="390" name="未知的使用者149" initials="未" lastIdx="0" clrIdx="389"/>
  <p:cmAuthor id="391" name="未知的使用者150" initials="未" lastIdx="0" clrIdx="390"/>
  <p:cmAuthor id="392" name="李 俊琦" initials="李" lastIdx="0" clrIdx="391"/>
  <p:cmAuthor id="393" name="未知的使用者166" initials="未" lastIdx="0" clrIdx="392"/>
  <p:cmAuthor id="394" name="沈 鹤" initials="沈" lastIdx="0" clrIdx="393"/>
  <p:cmAuthor id="395" name="薛飞飞" initials="薛" lastIdx="0" clrIdx="394"/>
  <p:cmAuthor id="396" name="jilin" initials="j" lastIdx="0" clrIdx="395"/>
  <p:cmAuthor id="397" name="未知的使用者159" initials="未" lastIdx="0" clrIdx="396"/>
  <p:cmAuthor id="398" name="王保青-pah" initials="王" lastIdx="0" clrIdx="397"/>
  <p:cmAuthor id="399" name="未知的使用者160" initials="未" lastIdx="0" clrIdx="398"/>
  <p:cmAuthor id="400" name="Luo Mingjie" initials="L" lastIdx="0" clrIdx="399"/>
  <p:cmAuthor id="401" name="未知的使用者168" initials="未" lastIdx="0" clrIdx="400"/>
  <p:cmAuthor id="402" name="Jason Li" initials="J" lastIdx="0" clrIdx="401"/>
  <p:cmAuthor id="403" name="Lin, Yongchuan" initials="L" lastIdx="0" clrIdx="402"/>
  <p:cmAuthor id="404" name="duxingge" initials="d" lastIdx="0" clrIdx="403"/>
  <p:cmAuthor id="405" name="张金玉" initials="张" lastIdx="0" clrIdx="404"/>
  <p:cmAuthor id="406" name="未知的使用者115" initials="未" lastIdx="0" clrIdx="405"/>
  <p:cmAuthor id="407" name="yingchao xi" initials="y" lastIdx="0" clrIdx="406"/>
  <p:cmAuthor id="408" name="永平 李" initials="永" lastIdx="0" clrIdx="407"/>
  <p:cmAuthor id="409" name="depeng diao" initials="d" lastIdx="0" clrIdx="408"/>
  <p:cmAuthor id="410" name="clinchen" initials="c" lastIdx="0" clrIdx="409"/>
  <p:cmAuthor id="411" name="贾红喜" initials="贾" lastIdx="0" clrIdx="410"/>
  <p:cmAuthor id="412" name="shenyy" initials="s" lastIdx="0" clrIdx="411"/>
  <p:cmAuthor id="413" name="宋志强" initials="宋志强" lastIdx="0" clrIdx="412"/>
  <p:cmAuthor id="414" name="Jason Cheung" initials="J" lastIdx="0" clrIdx="413"/>
  <p:cmAuthor id="415" name="张成真" initials="张" lastIdx="0" clrIdx="414"/>
  <p:cmAuthor id="416" name="刘笑" initials="刘" lastIdx="0" clrIdx="415"/>
  <p:cmAuthor id="417" name="未知的使用者200" initials="未" lastIdx="0" clrIdx="416"/>
  <p:cmAuthor id="418" name="洋洋" initials="洋" lastIdx="0" clrIdx="417"/>
  <p:cmAuthor id="419" name="Maggie" initials="M" lastIdx="0" clrIdx="418"/>
  <p:cmAuthor id="420" name="????" initials="?" lastIdx="0" clrIdx="419"/>
  <p:cmAuthor id="421" name="萧然" initials="萧" lastIdx="0" clrIdx="420"/>
  <p:cmAuthor id="422" name="未知的使用者182" initials="未" lastIdx="0" clrIdx="421"/>
  <p:cmAuthor id="423" name="余志宝" initials="余" lastIdx="0" clrIdx="422"/>
  <p:cmAuthor id="424" name="张大海" initials="张" lastIdx="0" clrIdx="423"/>
  <p:cmAuthor id="425" name="王向妮" initials="王向妮" lastIdx="0" clrIdx="424"/>
  <p:cmAuthor id="426" name="Azfar Mir" initials="A" lastIdx="0" clrIdx="425"/>
  <p:cmAuthor id="427" name="蔡江林" initials="蔡" lastIdx="0" clrIdx="426"/>
  <p:cmAuthor id="428" name="周平" initials="周" lastIdx="0" clrIdx="427"/>
  <p:cmAuthor id="429" name="未知的使用者202" initials="未" lastIdx="0" clrIdx="428"/>
  <p:cmAuthor id="430" name="王伟" initials="王" lastIdx="0" clrIdx="429"/>
  <p:cmAuthor id="431" name="姜亚荣" initials="姜" lastIdx="0" clrIdx="430"/>
  <p:cmAuthor id="432" name="杨晶" initials="杨" lastIdx="0" clrIdx="431"/>
  <p:cmAuthor id="433" name="未知的使用者196" initials="未" lastIdx="0" clrIdx="432"/>
  <p:cmAuthor id="434" name="未知的使用者175" initials="未" lastIdx="0" clrIdx="433"/>
  <p:cmAuthor id="435" name="未知的使用者203" initials="未" lastIdx="0" clrIdx="434"/>
  <p:cmAuthor id="436" name="未知的使用者204" initials="未" lastIdx="0" clrIdx="435"/>
  <p:cmAuthor id="437" name="未知的使用者41" initials="未" lastIdx="0" clrIdx="436"/>
  <p:cmAuthor id="438" name="未知的使用者42" initials="未" lastIdx="0" clrIdx="437"/>
  <p:cmAuthor id="439" name="Evonlin" initials="E" lastIdx="0" clrIdx="438"/>
  <p:cmAuthor id="440" name="未知的使用者39" initials="未" lastIdx="0" clrIdx="439"/>
  <p:cmAuthor id="441" name="未知的使用者38" initials="未" lastIdx="0" clrIdx="440"/>
  <p:cmAuthor id="442" name="韦三省" initials="韦" lastIdx="0" clrIdx="441"/>
  <p:cmAuthor id="443" name="xuhaoyu" initials="x" lastIdx="0" clrIdx="442"/>
  <p:cmAuthor id="444" name="冰箱" initials="冰" lastIdx="0" clrIdx="443"/>
  <p:cmAuthor id="445" name="宋俭" initials="宋" lastIdx="0" clrIdx="444"/>
  <p:cmAuthor id="446" name="马伟媛" initials="马伟媛" lastIdx="0" clrIdx="445"/>
  <p:cmAuthor id="447" name="王忠彬" initials="王忠彬" lastIdx="0" clrIdx="446"/>
  <p:cmAuthor id="448" name="Microsoft Office User" initials="MOU" lastIdx="0" clrIdx="447"/>
  <p:cmAuthor id="449" name="未知的使用者57" initials="未" lastIdx="0" clrIdx="448"/>
  <p:cmAuthor id="450" name="未知用户35" initials="未" lastIdx="0" clrIdx="449"/>
  <p:cmAuthor id="451" name="吴成华" initials="吴成华" lastIdx="0" clrIdx="450"/>
  <p:cmAuthor id="452" name="可臣 王" initials="可" lastIdx="0" clrIdx="451"/>
  <p:cmAuthor id="453" name="王雅静" initials="王" lastIdx="0" clrIdx="452"/>
  <p:cmAuthor id="454" name="sun frank" initials="s" lastIdx="0" clrIdx="453"/>
  <p:cmAuthor id="455" name="未知用户31" initials="未" lastIdx="0" clrIdx="454"/>
  <p:cmAuthor id="456" name="未知用户32" initials="未" lastIdx="0" clrIdx="455"/>
  <p:cmAuthor id="457" name="未知用户33" initials="未" lastIdx="0" clrIdx="456"/>
  <p:cmAuthor id="458" name="未知用户34" initials="未" lastIdx="0" clrIdx="457"/>
  <p:cmAuthor id="459" name="huang gerrard" initials="h" lastIdx="0" clrIdx="458"/>
  <p:cmAuthor id="460" name="未知用户160" initials="未" lastIdx="0" clrIdx="459"/>
  <p:cmAuthor id="461" name="未知用户161" initials="未" lastIdx="0" clrIdx="460"/>
  <p:cmAuthor id="462" name="未知用户162" initials="未" lastIdx="0" clrIdx="461"/>
  <p:cmAuthor id="463" name="未知用户149" initials="未" lastIdx="0" clrIdx="462"/>
  <p:cmAuthor id="464" name="未知用户146" initials="未" lastIdx="0" clrIdx="463"/>
  <p:cmAuthor id="465" name="未知用户147" initials="未" lastIdx="0" clrIdx="464"/>
  <p:cmAuthor id="466" name="刘仕俭" initials="刘" lastIdx="0" clrIdx="465"/>
  <p:cmAuthor id="467" name="Changing Zhuang" initials="C" lastIdx="0" clrIdx="466"/>
  <p:cmAuthor id="468" name="未知用户177" initials="未" lastIdx="0" clrIdx="467"/>
  <p:cmAuthor id="469" name="未知用户178" initials="未" lastIdx="0" clrIdx="468"/>
  <p:cmAuthor id="470" name="未知用户179" initials="未" lastIdx="0" clrIdx="469"/>
  <p:cmAuthor id="471" name="未知用户180" initials="未" lastIdx="0" clrIdx="470"/>
  <p:cmAuthor id="472" name="未知用户181" initials="未" lastIdx="0" clrIdx="471"/>
  <p:cmAuthor id="473" name="未知用户182" initials="未" lastIdx="0" clrIdx="472"/>
  <p:cmAuthor id="474" name="未知用户183" initials="未" lastIdx="0" clrIdx="473"/>
  <p:cmAuthor id="475" name="未知用户184" initials="未" lastIdx="0" clrIdx="474"/>
  <p:cmAuthor id="476" name="未知用户187" initials="未" lastIdx="0" clrIdx="475"/>
  <p:cmAuthor id="477" name="未知用户185" initials="未" lastIdx="0" clrIdx="476"/>
  <p:cmAuthor id="478" name="未知用户186" initials="未" lastIdx="0" clrIdx="477"/>
  <p:cmAuthor id="479" name="哒哒 熊猫" initials="哒" lastIdx="0" clrIdx="478"/>
  <p:cmAuthor id="480" name="Yun-Ting Tseng" initials="Y" lastIdx="0" clrIdx="479"/>
  <p:cmAuthor id="481" name="Miss 豆" initials="M" lastIdx="0" clrIdx="480"/>
  <p:cmAuthor id="482" name="G" initials="G" lastIdx="0" clrIdx="481"/>
  <p:cmAuthor id="483" name="我" initials="我" lastIdx="0" clrIdx="482"/>
  <p:cmAuthor id="484" name="Vicky" initials="V" lastIdx="0" clrIdx="483"/>
  <p:cmAuthor id="485" name="未知用户108" initials="未" lastIdx="0" clrIdx="484"/>
  <p:cmAuthor id="486" name="庞宝国" initials="庞" lastIdx="0" clrIdx="485"/>
  <p:cmAuthor id="487" name="apple" initials="a" lastIdx="0" clrIdx="486"/>
  <p:cmAuthor id="488" name="kp l" initials="k" lastIdx="0" clrIdx="487"/>
  <p:cmAuthor id="489" name="未知用户110" initials="未" lastIdx="0" clrIdx="488"/>
  <p:cmAuthor id="490" name="百里 长青" initials="百" lastIdx="0" clrIdx="489"/>
  <p:cmAuthor id="491" name="熘?" initials="熘" lastIdx="0" clrIdx="490"/>
  <p:cmAuthor id="492" name="cpic" initials="c" lastIdx="0" clrIdx="491"/>
  <p:cmAuthor id="493" name="谷雨" initials="谷" lastIdx="0" clrIdx="492"/>
  <p:cmAuthor id="494" name="taowei" initials="t" lastIdx="0" clrIdx="493"/>
  <p:cmAuthor id="495" name="中星 叶" initials="中" lastIdx="0" clrIdx="494"/>
  <p:cmAuthor id="496" name="Dizzy" initials="D" lastIdx="0" clrIdx="495"/>
  <p:cmAuthor id="497" name="倚海听风" initials="倚" lastIdx="0" clrIdx="496"/>
  <p:cmAuthor id="498" name="CodonMedical" initials="C" lastIdx="0" clrIdx="497"/>
  <p:cmAuthor id="499" name="Yvonne Lin" initials="Y" lastIdx="0" clrIdx="498"/>
  <p:cmAuthor id="500" name="Gallivan, John-Paul {MDAO~Basel}" initials="G" lastIdx="0" clrIdx="499"/>
  <p:cmAuthor id="501" name="Helms, Hans-Joachim {MDBA~Basel}" initials="H" lastIdx="0" clrIdx="500"/>
  <p:cmAuthor id="502" name="Codon Medical" initials="C" lastIdx="0" clrIdx="501"/>
  <p:cmAuthor id="503" name="Petersen, Jenny {MDBD~South San Francisco}" initials="P" lastIdx="0" clrIdx="502"/>
  <p:cmAuthor id="504" name="未知用户103" initials="未" lastIdx="0" clrIdx="503"/>
  <p:cmAuthor id="505" name="??" initials="?" lastIdx="0" clrIdx="504"/>
  <p:cmAuthor id="506" name="Meredith Kalish" initials="M" lastIdx="0" clrIdx="505"/>
  <p:cmAuthor id="507" name="Mary Beattie" initials="M" lastIdx="0" clrIdx="506"/>
  <p:cmAuthor id="508" name="Melanie Smitt" initials="M" lastIdx="0" clrIdx="507"/>
  <p:cmAuthor id="509" name="Andrea Michels" initials="A" lastIdx="0" clrIdx="508"/>
  <p:cmAuthor id="510" name="Daniel Clyde (HI)" initials="D" lastIdx="0" clrIdx="509"/>
  <p:cmAuthor id="511" name="Fitzpatrick, Nicole {MGAO~Basel}" initials="F" lastIdx="0" clrIdx="510"/>
  <p:cmAuthor id="512" name="Kate Rijnen" initials="K" lastIdx="0" clrIdx="511"/>
  <p:cmAuthor id="513" name="Mark McGregor (HI)" initials="M" lastIdx="0" clrIdx="512"/>
  <p:cmAuthor id="514" name="Machackova, Zuzana {MDAO~Basel}" initials="M" lastIdx="0" clrIdx="513"/>
  <p:cmAuthor id="515" name="Franca, Ryan {MDAO~Basel}" initials="F" lastIdx="0" clrIdx="514"/>
  <p:cmAuthor id="516" name="Bart Baranowski (HI)" initials="B" lastIdx="0" clrIdx="515"/>
  <p:cmAuthor id="517" name="Helen Keyworth (HI)" initials="H" lastIdx="0" clrIdx="516"/>
  <p:cmAuthor id="518" name="Louise Adamson (HI)" initials="L" lastIdx="0" clrIdx="517"/>
  <p:cmAuthor id="519" name="Andrew Moss (HI)" initials="A" lastIdx="0" clrIdx="518"/>
  <p:cmAuthor id="520" name="David Morgan (HI)" initials="D" lastIdx="0" clrIdx="519"/>
  <p:cmAuthor id="521" name="Kate Sillitoe (HI)" initials="K" lastIdx="0" clrIdx="520"/>
  <p:cmAuthor id="522" name="孟轩君" initials="孟" lastIdx="0" clrIdx="521"/>
  <p:cmAuthor id="523" name="hpguan" initials="h" lastIdx="0" clrIdx="522"/>
  <p:cmAuthor id="524" name="miaott" initials="m" lastIdx="0" clrIdx="523"/>
  <p:cmAuthor id="525" name="zhaoby01" initials="z" lastIdx="0" clrIdx="524"/>
  <p:cmAuthor id="526" name="未知的使用者89" initials="未" lastIdx="0" clrIdx="525"/>
  <p:cmAuthor id="527" name="fengyuan03" initials="f" lastIdx="0" clrIdx="526"/>
  <p:cmAuthor id="528" name="古二蛋" initials="古" lastIdx="0" clrIdx="527"/>
  <p:cmAuthor id="529" name="xusha" initials="x" lastIdx="0" clrIdx="528"/>
  <p:cmAuthor id="530" name="李 东科" initials="李" lastIdx="0" clrIdx="529"/>
  <p:cmAuthor id="531" name="甘源" initials="甘" lastIdx="0" clrIdx="530"/>
  <p:cmAuthor id="532" name="何富军" initials="何" lastIdx="0" clrIdx="531"/>
  <p:cmAuthor id="533" name="闫秀丽" initials="闫" lastIdx="0" clrIdx="532"/>
  <p:cmAuthor id="534" name="fafa" initials="f" lastIdx="0" clrIdx="533"/>
  <p:cmAuthor id="535" name="qatr130" initials="q" lastIdx="0" clrIdx="534"/>
  <p:cmAuthor id="536" name="袁正海" initials="袁" lastIdx="0" clrIdx="535"/>
  <p:cmAuthor id="537" name="未知的使用者162" initials="未" lastIdx="0" clrIdx="536"/>
  <p:cmAuthor id="538" name="未知的使用者163" initials="未" lastIdx="0" clrIdx="537"/>
  <p:cmAuthor id="539" name="橙子" initials="橙" lastIdx="0" clrIdx="538"/>
  <p:cmAuthor id="540" name="加 林" initials="加" lastIdx="0" clrIdx="539"/>
  <p:cmAuthor id="541" name="wenle369@sina.com" initials="w" lastIdx="0" clrIdx="540"/>
  <p:cmAuthor id="542" name="未知用户418" initials="未" lastIdx="0" clrIdx="541"/>
  <p:cmAuthor id="543" name="未知用户271" initials="未" lastIdx="0" clrIdx="542"/>
  <p:cmAuthor id="544" name="think" initials="t" lastIdx="0" clrIdx="543"/>
  <p:cmAuthor id="545" name="过 去" initials="过" lastIdx="0" clrIdx="544"/>
  <p:cmAuthor id="546" name="ChinaUser" initials="C" lastIdx="0" clrIdx="545"/>
  <p:cmAuthor id="547" name="linkplus" initials="l" lastIdx="0" clrIdx="546"/>
  <p:cmAuthor id="548" name="未知用户118" initials="未" lastIdx="0" clrIdx="547"/>
  <p:cmAuthor id="549" name="未知用户119" initials="未" lastIdx="0" clrIdx="548"/>
  <p:cmAuthor id="550" name="未知用户120" initials="未" lastIdx="0" clrIdx="549"/>
  <p:cmAuthor id="551" name="未知用户121" initials="未" lastIdx="0" clrIdx="550"/>
  <p:cmAuthor id="552" name="未知用户122" initials="未" lastIdx="0" clrIdx="551"/>
  <p:cmAuthor id="553" name="未知用户123" initials="未" lastIdx="0" clrIdx="552"/>
  <p:cmAuthor id="554" name="未知用户124" initials="未" lastIdx="0" clrIdx="553"/>
  <p:cmAuthor id="555" name="未知用户125" initials="未" lastIdx="0" clrIdx="554"/>
  <p:cmAuthor id="556" name="未知用户126" initials="未" lastIdx="0" clrIdx="555"/>
  <p:cmAuthor id="557" name="未知用户127" initials="未" lastIdx="0" clrIdx="556"/>
  <p:cmAuthor id="558" name="未知用户128" initials="未" lastIdx="0" clrIdx="557"/>
  <p:cmAuthor id="559" name="未知用户129" initials="未" lastIdx="0" clrIdx="558"/>
  <p:cmAuthor id="560" name="未知用户130" initials="未" lastIdx="0" clrIdx="559"/>
  <p:cmAuthor id="561" name="未知用户131" initials="未" lastIdx="0" clrIdx="560"/>
  <p:cmAuthor id="562" name="未知用户132" initials="未" lastIdx="0" clrIdx="561"/>
  <p:cmAuthor id="563" name="未知用户133" initials="未" lastIdx="0" clrIdx="562"/>
  <p:cmAuthor id="564" name="未知用户134" initials="未" lastIdx="0" clrIdx="563"/>
  <p:cmAuthor id="565" name="未知用户136" initials="未" lastIdx="0" clrIdx="564"/>
  <p:cmAuthor id="566" name="未知用户137" initials="未" lastIdx="0" clrIdx="565"/>
  <p:cmAuthor id="567" name="未知用户138" initials="未" lastIdx="0" clrIdx="566"/>
  <p:cmAuthor id="568" name="未知用户141" initials="未" lastIdx="0" clrIdx="567"/>
  <p:cmAuthor id="569" name="未知用户142" initials="未" lastIdx="0" clrIdx="568"/>
  <p:cmAuthor id="570" name="未知用户143" initials="未" lastIdx="0" clrIdx="569"/>
  <p:cmAuthor id="571" name="未知用户144" initials="未" lastIdx="0" clrIdx="570"/>
  <p:cmAuthor id="572" name="未知用户145" initials="未" lastIdx="0" clrIdx="571"/>
  <p:cmAuthor id="573" name="未知用户114" initials="未" lastIdx="0" clrIdx="572"/>
  <p:cmAuthor id="574" name="未知用户115" initials="未" lastIdx="0" clrIdx="573"/>
  <p:cmAuthor id="575" name="未知用户116" initials="未" lastIdx="0" clrIdx="574"/>
  <p:cmAuthor id="576" name="未知用户117" initials="未" lastIdx="0" clrIdx="575"/>
  <p:cmAuthor id="577" name="未知的使用者142" initials="未" lastIdx="0" clrIdx="576"/>
  <p:cmAuthor id="578" name="未知用户188" initials="未" lastIdx="0" clrIdx="577"/>
  <p:cmAuthor id="579" name="未知用户189" initials="未" lastIdx="0" clrIdx="578"/>
  <p:cmAuthor id="580" name="未知用户165" initials="未" lastIdx="0" clrIdx="579"/>
  <p:cmAuthor id="581" name="未知用户166" initials="未" lastIdx="0" clrIdx="580"/>
  <p:cmAuthor id="582" name="未知用户167" initials="未" lastIdx="0" clrIdx="581"/>
  <p:cmAuthor id="583" name="未知用户168" initials="未" lastIdx="0" clrIdx="582"/>
  <p:cmAuthor id="584" name="未知用户169" initials="未" lastIdx="0" clrIdx="583"/>
  <p:cmAuthor id="585" name="未知用户170" initials="未" lastIdx="0" clrIdx="584"/>
  <p:cmAuthor id="586" name="未知用户171" initials="未" lastIdx="0" clrIdx="585"/>
  <p:cmAuthor id="587" name="未知用户172" initials="未" lastIdx="0" clrIdx="586"/>
  <p:cmAuthor id="588" name="未知用户173" initials="未" lastIdx="0" clrIdx="587"/>
  <p:cmAuthor id="589" name="未知用户174" initials="未" lastIdx="0" clrIdx="588"/>
  <p:cmAuthor id="590" name="未知用户175" initials="未" lastIdx="0" clrIdx="589"/>
  <p:cmAuthor id="591" name="未知用户176" initials="未" lastIdx="0" clrIdx="590"/>
  <p:cmAuthor id="592" name="汤莹" initials="汤" lastIdx="0" clrIdx="591"/>
  <p:cmAuthor id="593" name="留毓吟" initials="留" lastIdx="0" clrIdx="592"/>
  <p:cmAuthor id="594" name="alen" initials="a" lastIdx="0" clrIdx="593"/>
  <p:cmAuthor id="595" name="dcis" initials="d" lastIdx="0" clrIdx="594"/>
  <p:cmAuthor id="596" name="王 一鸣" initials="王" lastIdx="0" clrIdx="595"/>
  <p:cmAuthor id="597" name="Well Li" initials="W" lastIdx="0" clrIdx="596"/>
  <p:cmAuthor id="598" name="任俊宣" initials="任" lastIdx="0" clrIdx="597"/>
  <p:cmAuthor id="599" name="未知用户198" initials="未" lastIdx="0" clrIdx="598"/>
  <p:cmAuthor id="600" name="sy" initials="s" lastIdx="0" clrIdx="599"/>
  <p:cmAuthor id="601" name="未知用户150" initials="未" lastIdx="0" clrIdx="600"/>
  <p:cmAuthor id="602" name="未知用户220" initials="未" lastIdx="0" clrIdx="601"/>
  <p:cmAuthor id="603" name="未知用户221" initials="未" lastIdx="0" clrIdx="602"/>
  <p:cmAuthor id="604" name="未知用户199" initials="未" lastIdx="0" clrIdx="603"/>
  <p:cmAuthor id="605" name="未知用户200" initials="未" lastIdx="0" clrIdx="604"/>
  <p:cmAuthor id="606" name="未知用户201" initials="未" lastIdx="0" clrIdx="605"/>
  <p:cmAuthor id="607" name="未知用户214" initials="未" lastIdx="0" clrIdx="606"/>
  <p:cmAuthor id="608" name="未知用户216" initials="未" lastIdx="0" clrIdx="607"/>
  <p:cmAuthor id="609" name="未知用户202" initials="未" lastIdx="0" clrIdx="608"/>
  <p:cmAuthor id="610" name="未知用户203" initials="未" lastIdx="0" clrIdx="609"/>
  <p:cmAuthor id="611" name="未知用户204" initials="未" lastIdx="0" clrIdx="610"/>
  <p:cmAuthor id="612" name="未知用户205" initials="未" lastIdx="0" clrIdx="611"/>
  <p:cmAuthor id="613" name="未知用户206" initials="未" lastIdx="0" clrIdx="612"/>
  <p:cmAuthor id="614" name="未知用户207" initials="未" lastIdx="0" clrIdx="613"/>
  <p:cmAuthor id="615" name="未知用户208" initials="未" lastIdx="0" clrIdx="614"/>
  <p:cmAuthor id="616" name="未知用户209" initials="未" lastIdx="0" clrIdx="615"/>
  <p:cmAuthor id="617" name="未知用户210" initials="未" lastIdx="0" clrIdx="616"/>
  <p:cmAuthor id="618" name="未知用户213" initials="未" lastIdx="0" clrIdx="617"/>
  <p:cmAuthor id="619" name="未知用户211" initials="未" lastIdx="0" clrIdx="618"/>
  <p:cmAuthor id="620" name="?定义" initials="?" lastIdx="0" clrIdx="619"/>
  <p:cmAuthor id="621" name="sxp" initials="s" lastIdx="0" clrIdx="620"/>
  <p:cmAuthor id="622" name="allan" initials="a" lastIdx="0" clrIdx="621"/>
  <p:cmAuthor id="623" name="1qchengnan" initials="1" lastIdx="0" clrIdx="622"/>
  <p:cmAuthor id="624" name="tkadmin" initials="t" lastIdx="0" clrIdx="623"/>
  <p:cmAuthor id="625" name="mawei19" initials="m" lastIdx="0" clrIdx="624"/>
  <p:cmAuthor id="626" name="Arno.Du(杜明星)" initials="A" lastIdx="0" clrIdx="625"/>
  <p:cmAuthor id="627" name="李红钢" initials="李" lastIdx="0" clrIdx="626"/>
  <p:cmAuthor id="628" name="McGlasson, Louise" initials="M" lastIdx="0" clrIdx="627"/>
  <p:cmAuthor id="629" name="daxx" initials="d" lastIdx="0" clrIdx="628"/>
  <p:cmAuthor id="630" name="孙璐璐" initials="孙" lastIdx="0" clrIdx="629"/>
  <p:cmAuthor id="631" name="未知用户157" initials="未" lastIdx="0" clrIdx="630"/>
  <p:cmAuthor id="632" name="盛红" initials="盛" lastIdx="0" clrIdx="631"/>
  <p:cmAuthor id="633" name="未知用户159" initials="未" lastIdx="0" clrIdx="632"/>
  <p:cmAuthor id="634" name="A" initials="A" lastIdx="0" clrIdx="633"/>
  <p:cmAuthor id="635" name="未知用户289" initials="未" lastIdx="0" clrIdx="634"/>
  <p:cmAuthor id="636" name="齐涛" initials="齐" lastIdx="0" clrIdx="635"/>
  <p:cmAuthor id="637" name="fz" initials="f" lastIdx="0" clrIdx="636"/>
  <p:cmAuthor id="638" name="nancy" initials="n" lastIdx="0" clrIdx="637"/>
  <p:cmAuthor id="639" name="未知的使用者207" initials="未" lastIdx="0" clrIdx="638"/>
  <p:cmAuthor id="640" name="未知的使用者208" initials="未" lastIdx="0" clrIdx="639"/>
  <p:cmAuthor id="641" name="未知的使用者188" initials="未" lastIdx="0" clrIdx="640"/>
  <p:cmAuthor id="642" name="未知的使用者189" initials="未" lastIdx="0" clrIdx="641"/>
  <p:cmAuthor id="643" name="李军" initials="authorId_55968631" lastIdx="0" clrIdx="642"/>
  <p:cmAuthor id="644" name="未知的使用者190" initials="未" lastIdx="0" clrIdx="643"/>
  <p:cmAuthor id="645" name="刘锡颖(营销财务部)" initials="刘锡颖(营销财务部)" lastIdx="0" clrIdx="644"/>
  <p:cmAuthor id="646" name="未知的使用者191" initials="未" lastIdx="0" clrIdx="645"/>
  <p:cmAuthor id="647" name="昕 林" initials="昕林" lastIdx="0" clrIdx="646"/>
  <p:cmAuthor id="648" name="未知的使用者192" initials="未" lastIdx="0" clrIdx="647"/>
  <p:cmAuthor id="649" name="Admin" initials="A" lastIdx="0" clrIdx="648"/>
  <p:cmAuthor id="650" name="未知的使用者193" initials="未" lastIdx="0" clrIdx="649"/>
  <p:cmAuthor id="651" name="沛芬 卢" initials="沛卢" lastIdx="0" clrIdx="650"/>
  <p:cmAuthor id="652" name="levy" initials="l" lastIdx="0" clrIdx="651"/>
  <p:cmAuthor id="653" name="未知的使用者210" initials="未" lastIdx="0" clrIdx="652"/>
  <p:cmAuthor id="654" name="未知的使用者211" initials="未" lastIdx="0" clrIdx="653"/>
  <p:cmAuthor id="655" name="未知的使用者212" initials="未" lastIdx="0" clrIdx="654"/>
  <p:cmAuthor id="656" name="未知的使用者213" initials="未" lastIdx="0" clrIdx="655"/>
  <p:cmAuthor id="657" name="未知的使用者214" initials="未" lastIdx="0" clrIdx="656"/>
  <p:cmAuthor id="658" name="未知的使用者215" initials="未" lastIdx="0" clrIdx="657"/>
  <p:cmAuthor id="659" name="未知的使用者216" initials="未" lastIdx="0" clrIdx="658"/>
  <p:cmAuthor id="660" name="未知的使用者217" initials="未" lastIdx="0" clrIdx="659"/>
  <p:cmAuthor id="661" name="未知的使用者218" initials="未" lastIdx="0" clrIdx="660"/>
  <p:cmAuthor id="662" name="未知的使用者219" initials="未" lastIdx="0" clrIdx="661"/>
  <p:cmAuthor id="663" name="未知的使用者220" initials="未" lastIdx="0" clrIdx="662"/>
  <p:cmAuthor id="664" name="未知的使用者153" initials="未" lastIdx="0" clrIdx="663"/>
  <p:cmAuthor id="665" name="未知的使用者154" initials="未" lastIdx="0" clrIdx="664"/>
  <p:cmAuthor id="666" name="未知的使用者156" initials="未" lastIdx="0" clrIdx="665"/>
  <p:cmAuthor id="667" name="未知的使用者157" initials="未" lastIdx="0" clrIdx="666"/>
  <p:cmAuthor id="668" name="未知的使用者129" initials="未" lastIdx="0" clrIdx="667"/>
  <p:cmAuthor id="669" name="未知的使用者130" initials="未" lastIdx="0" clrIdx="668"/>
  <p:cmAuthor id="670" name="未知的使用者131" initials="未" lastIdx="0" clrIdx="669"/>
  <p:cmAuthor id="671" name="未知的使用者132" initials="未" lastIdx="0" clrIdx="670"/>
  <p:cmAuthor id="672" name="未知的使用者164" initials="未" lastIdx="0" clrIdx="671"/>
  <p:cmAuthor id="673" name="未知的使用者172" initials="未" lastIdx="0" clrIdx="672"/>
  <p:cmAuthor id="674" name="未知的使用者174" initials="未" lastIdx="0" clrIdx="673"/>
  <p:cmAuthor id="675" name="王 金谦" initials="王" lastIdx="0" clrIdx="674"/>
  <p:cmAuthor id="676" name="未知的使用者249" initials="未" lastIdx="0" clrIdx="675"/>
  <p:cmAuthor id="677" name="未知的使用者250" initials="未" lastIdx="0" clrIdx="676"/>
  <p:cmAuthor id="678" name="未知用户197" initials="未" lastIdx="0" clrIdx="677"/>
  <p:cmAuthor id="679" name="未知的使用者246" initials="未" lastIdx="0" clrIdx="678"/>
  <p:cmAuthor id="680" name="未知的使用者224" initials="未" lastIdx="0" clrIdx="679"/>
  <p:cmAuthor id="681" name="未知的使用者252" initials="未" lastIdx="0" clrIdx="680"/>
  <p:cmAuthor id="682" name="未知的使用者253" initials="未" lastIdx="0" clrIdx="681"/>
  <p:cmAuthor id="683" name="未知的使用者254" initials="未" lastIdx="0" clrIdx="682"/>
  <p:cmAuthor id="684" name="未知的使用者255" initials="未" lastIdx="0" clrIdx="683"/>
  <p:cmAuthor id="685" name="未知的使用者226" initials="未" lastIdx="0" clrIdx="684"/>
  <p:cmAuthor id="686" name="未知的使用者227" initials="未" lastIdx="0" clrIdx="685"/>
  <p:cmAuthor id="687" name="未知的使用者270" initials="未" lastIdx="0" clrIdx="686"/>
  <p:cmAuthor id="688" name="未知的使用者228" initials="未" lastIdx="0" clrIdx="687"/>
  <p:cmAuthor id="689" name="未知的使用者229" initials="未" lastIdx="0" clrIdx="688"/>
  <p:cmAuthor id="690" name="未知的使用者230" initials="未" lastIdx="0" clrIdx="689"/>
  <p:cmAuthor id="691" name="未知的使用者231" initials="未" lastIdx="0" clrIdx="690"/>
  <p:cmAuthor id="692" name="未知的使用者256" initials="未" lastIdx="0" clrIdx="691"/>
  <p:cmAuthor id="693" name="未知用户190" initials="未" lastIdx="0" clrIdx="692"/>
  <p:cmAuthor id="694" name="未知用户191" initials="未" lastIdx="0" clrIdx="693"/>
  <p:cmAuthor id="695" name="未知的使用者235" initials="未" lastIdx="0" clrIdx="694"/>
  <p:cmAuthor id="696" name="未知用户194" initials="未" lastIdx="0" clrIdx="695"/>
  <p:cmAuthor id="697" name="未知的使用者257" initials="未" lastIdx="0" clrIdx="696"/>
  <p:cmAuthor id="698" name="未知的使用者237" initials="未" lastIdx="0" clrIdx="697"/>
  <p:cmAuthor id="699" name="未知用户212" initials="未" lastIdx="0" clrIdx="698"/>
  <p:cmAuthor id="700" name="叶茂甫" initials="叶" lastIdx="0" clrIdx="699"/>
  <p:cmAuthor id="701" name="Maxsad" initials="M" lastIdx="0" clrIdx="700"/>
  <p:cmAuthor id="702" name="黄 兴贵" initials="黄" lastIdx="0" clrIdx="701"/>
  <p:cmAuthor id="703" name="未知的使用者242" initials="未" lastIdx="0" clrIdx="702"/>
  <p:cmAuthor id="704" name="未知的使用者243" initials="未" lastIdx="0" clrIdx="703"/>
  <p:cmAuthor id="705" name="未知的使用者258" initials="未" lastIdx="0" clrIdx="704"/>
  <p:cmAuthor id="706" name="未知的使用者259" initials="未" lastIdx="0" clrIdx="705"/>
  <p:cmAuthor id="707" name="office2016mac05452" initials="o" lastIdx="0" clrIdx="706"/>
  <p:cmAuthor id="708" name="未知的使用者261" initials="未" lastIdx="0" clrIdx="707"/>
  <p:cmAuthor id="709" name="未知的使用者262" initials="未" lastIdx="0" clrIdx="708"/>
  <p:cmAuthor id="710" name="超乎想象" initials="超" lastIdx="0" clrIdx="709"/>
  <p:cmAuthor id="711" name="未知的使用者264" initials="未" lastIdx="0" clrIdx="710"/>
  <p:cmAuthor id="712" name="未知用户338" initials="未" lastIdx="0" clrIdx="711"/>
  <p:cmAuthor id="713" name="未知用户339" initials="未" lastIdx="0" clrIdx="712"/>
  <p:cmAuthor id="714" name="未知用户330" initials="未" lastIdx="0" clrIdx="713"/>
  <p:cmAuthor id="715" name="未知用户331" initials="未" lastIdx="0" clrIdx="714"/>
  <p:cmAuthor id="716" name="未知用户223" initials="未" lastIdx="0" clrIdx="715"/>
  <p:cmAuthor id="717" name="未知用户225" initials="未" lastIdx="0" clrIdx="716"/>
  <p:cmAuthor id="718" name="未知用户228" initials="未" lastIdx="0" clrIdx="717"/>
  <p:cmAuthor id="719" name="未知用户314" initials="未" lastIdx="0" clrIdx="718"/>
  <p:cmAuthor id="720" name="未知用户337" initials="未" lastIdx="0" clrIdx="719"/>
  <p:cmAuthor id="721" name="未知用户336" initials="未" lastIdx="0" clrIdx="720"/>
  <p:cmAuthor id="722" name="未知用户318" initials="未" lastIdx="0" clrIdx="721"/>
  <p:cmAuthor id="723" name="未知用户319" initials="未" lastIdx="0" clrIdx="722"/>
  <p:cmAuthor id="724" name="未知用户320" initials="未" lastIdx="0" clrIdx="723"/>
  <p:cmAuthor id="725" name="未知用户321" initials="未" lastIdx="0" clrIdx="724"/>
  <p:cmAuthor id="726" name="未知用户322" initials="未" lastIdx="0" clrIdx="725"/>
  <p:cmAuthor id="727" name="未知用户323" initials="未" lastIdx="0" clrIdx="726"/>
  <p:cmAuthor id="728" name="未知用户287" initials="未" lastIdx="0" clrIdx="727"/>
  <p:cmAuthor id="729" name="未知用户324" initials="未" lastIdx="0" clrIdx="728"/>
  <p:cmAuthor id="730" name="蒙着面会很强" initials="蒙" lastIdx="0" clrIdx="729"/>
  <p:cmAuthor id="731" name="未知用户325" initials="未" lastIdx="0" clrIdx="730"/>
  <p:cmAuthor id="732" name="未知用户290" initials="未" lastIdx="0" clrIdx="731"/>
  <p:cmAuthor id="733" name="未知用户291" initials="未" lastIdx="0" clrIdx="732"/>
  <p:cmAuthor id="734" name="未知用户292" initials="未" lastIdx="0" clrIdx="733"/>
  <p:cmAuthor id="735" name="未知用户293" initials="未" lastIdx="0" clrIdx="734"/>
  <p:cmAuthor id="736" name="未知用户294" initials="未" lastIdx="0" clrIdx="735"/>
  <p:cmAuthor id="737" name="未知用户295" initials="未" lastIdx="0" clrIdx="736"/>
  <p:cmAuthor id="738" name="未知用户326" initials="未" lastIdx="0" clrIdx="737"/>
  <p:cmAuthor id="739" name="未知用户327" initials="未" lastIdx="0" clrIdx="738"/>
  <p:cmAuthor id="740" name="未知用户328" initials="未" lastIdx="0" clrIdx="739"/>
  <p:cmAuthor id="741" name="未知用户299" initials="未" lastIdx="0" clrIdx="740"/>
  <p:cmAuthor id="742" name="未知用户300" initials="未" lastIdx="0" clrIdx="741"/>
  <p:cmAuthor id="743" name="未知用户301" initials="未" lastIdx="0" clrIdx="742"/>
  <p:cmAuthor id="744" name="未知用户302" initials="未" lastIdx="0" clrIdx="743"/>
  <p:cmAuthor id="745" name="未知用户303" initials="未" lastIdx="0" clrIdx="744"/>
  <p:cmAuthor id="746" name="未知用户304" initials="未" lastIdx="0" clrIdx="745"/>
  <p:cmAuthor id="747" name="未知用户305" initials="未" lastIdx="0" clrIdx="746"/>
  <p:cmAuthor id="748" name="未知用户306" initials="未" lastIdx="0" clrIdx="747"/>
  <p:cmAuthor id="749" name="未知用户222" initials="未" lastIdx="0" clrIdx="748"/>
  <p:cmAuthor id="750" name="未知用户224" initials="未" lastIdx="0" clrIdx="749"/>
  <p:cmAuthor id="751" name="未知用户332" initials="未" lastIdx="0" clrIdx="750"/>
  <p:cmAuthor id="752" name="未知用户309" initials="未" lastIdx="0" clrIdx="751"/>
  <p:cmAuthor id="753" name="未知用户310" initials="未" lastIdx="0" clrIdx="752"/>
  <p:cmAuthor id="754" name="未知用户311" initials="未" lastIdx="0" clrIdx="753"/>
  <p:cmAuthor id="755" name="未知用户312" initials="未" lastIdx="0" clrIdx="754"/>
  <p:cmAuthor id="756" name="未知用户313" initials="未" lastIdx="0" clrIdx="755"/>
  <p:cmAuthor id="757" name="未知用户335" initials="未" lastIdx="0" clrIdx="756"/>
  <p:cmAuthor id="758" name="未知用户316" initials="未" lastIdx="0" clrIdx="757"/>
  <p:cmAuthor id="759" name="未知用户277" initials="未" lastIdx="0" clrIdx="758"/>
  <p:cmAuthor id="760" name="未知用户278" initials="未" lastIdx="0" clrIdx="759"/>
  <p:cmAuthor id="761" name="未知用户272" initials="未" lastIdx="0" clrIdx="760"/>
  <p:cmAuthor id="762" name="未知用户273" initials="未" lastIdx="0" clrIdx="761"/>
  <p:cmAuthor id="763" name="YYY66" initials="Y" lastIdx="0" clrIdx="762"/>
  <p:cmAuthor id="764" name="未知用户279" initials="未" lastIdx="0" clrIdx="763"/>
  <p:cmAuthor id="765" name="未知用户233" initials="未" lastIdx="0" clrIdx="764"/>
  <p:cmAuthor id="766" name="未知用户229" initials="未" lastIdx="0" clrIdx="765"/>
  <p:cmAuthor id="767" name="未知用户234" initials="未" lastIdx="0" clrIdx="766"/>
  <p:cmAuthor id="768" name="未知用户274" initials="未" lastIdx="0" clrIdx="767"/>
  <p:cmAuthor id="769" name="未知用户236" initials="未" lastIdx="0" clrIdx="768"/>
  <p:cmAuthor id="770" name="未知用户280" initials="未" lastIdx="0" clrIdx="769"/>
  <p:cmAuthor id="771" name="未知用户238" initials="未" lastIdx="0" clrIdx="770"/>
  <p:cmAuthor id="772" name="未知用户239" initials="未" lastIdx="0" clrIdx="771"/>
  <p:cmAuthor id="773" name="未知用户240" initials="未" lastIdx="0" clrIdx="772"/>
  <p:cmAuthor id="774" name="未知用户241" initials="未" lastIdx="0" clrIdx="773"/>
  <p:cmAuthor id="775" name="未知用户242" initials="未" lastIdx="0" clrIdx="774"/>
  <p:cmAuthor id="776" name="未知用户243" initials="未" lastIdx="0" clrIdx="775"/>
  <p:cmAuthor id="777" name="未知用户244" initials="未" lastIdx="0" clrIdx="776"/>
  <p:cmAuthor id="778" name="未知用户245" initials="未" lastIdx="0" clrIdx="777"/>
  <p:cmAuthor id="779" name="闫利东" initials="闫" lastIdx="0" clrIdx="778"/>
  <p:cmAuthor id="780" name="未知用户246" initials="未" lastIdx="0" clrIdx="779"/>
  <p:cmAuthor id="781" name="未知用户247" initials="未" lastIdx="0" clrIdx="780"/>
  <p:cmAuthor id="782" name="未知用户248" initials="未" lastIdx="0" clrIdx="781"/>
  <p:cmAuthor id="783" name="未知用户249" initials="未" lastIdx="0" clrIdx="782"/>
  <p:cmAuthor id="784" name="未知用户250" initials="未" lastIdx="0" clrIdx="783"/>
  <p:cmAuthor id="785" name="未知用户251" initials="未" lastIdx="0" clrIdx="784"/>
  <p:cmAuthor id="786" name="未知用户252" initials="未" lastIdx="0" clrIdx="785"/>
  <p:cmAuthor id="787" name="未知用户253" initials="未" lastIdx="0" clrIdx="786"/>
  <p:cmAuthor id="788" name="未知用户254" initials="未" lastIdx="0" clrIdx="787"/>
  <p:cmAuthor id="789" name="未知用户255" initials="未" lastIdx="0" clrIdx="788"/>
  <p:cmAuthor id="790" name="未知用户256" initials="未" lastIdx="0" clrIdx="789"/>
  <p:cmAuthor id="791" name="未知用户257" initials="未" lastIdx="0" clrIdx="790"/>
  <p:cmAuthor id="792" name="未知用户258" initials="未" lastIdx="0" clrIdx="791"/>
  <p:cmAuthor id="793" name="未知用户259" initials="未" lastIdx="0" clrIdx="792"/>
  <p:cmAuthor id="794" name="未知用户260" initials="未" lastIdx="0" clrIdx="793"/>
  <p:cmAuthor id="795" name="未知用户275" initials="未" lastIdx="0" clrIdx="794"/>
  <p:cmAuthor id="796" name="未知用户276" initials="未" lastIdx="0" clrIdx="795"/>
  <p:cmAuthor id="797" name="未知用户263" initials="未" lastIdx="0" clrIdx="796"/>
  <p:cmAuthor id="798" name="未知用户264" initials="未" lastIdx="0" clrIdx="797"/>
  <p:cmAuthor id="799" name="未知用户265" initials="未" lastIdx="0" clrIdx="798"/>
  <p:cmAuthor id="800" name="未知用户266" initials="未" lastIdx="0" clrIdx="799"/>
  <p:cmAuthor id="801" name="未知用户267" initials="未" lastIdx="0" clrIdx="800"/>
  <p:cmAuthor id="802" name="未知用户268" initials="未" lastIdx="0" clrIdx="801"/>
  <p:cmAuthor id="803" name="未知用户269" initials="未" lastIdx="0" clrIdx="802"/>
  <p:cmAuthor id="804" name="未知用户270" initials="未" lastIdx="0" clrIdx="803"/>
  <p:cmAuthor id="805" name="未知用户193" initials="未" lastIdx="0" clrIdx="804"/>
  <p:cmAuthor id="806" name="未知用户195" initials="未" lastIdx="0" clrIdx="805"/>
  <p:cmAuthor id="807" name="未知用户196" initials="未" lastIdx="0" clrIdx="806"/>
  <p:cmAuthor id="808" name="未知用户358" initials="未" lastIdx="0" clrIdx="807"/>
  <p:cmAuthor id="809" name="未知用户359" initials="未" lastIdx="0" clrIdx="808"/>
  <p:cmAuthor id="810" name="未知用户360" initials="未" lastIdx="0" clrIdx="809"/>
  <p:cmAuthor id="811" name="未知用户361" initials="未" lastIdx="0" clrIdx="810"/>
  <p:cmAuthor id="812" name="未知用户364" initials="未" lastIdx="0" clrIdx="811"/>
  <p:cmAuthor id="813" name="未知用户288" initials="未" lastIdx="0" clrIdx="812"/>
  <p:cmAuthor id="814" name="未知用户297" initials="未" lastIdx="0" clrIdx="813"/>
  <p:cmAuthor id="815" name="未知用户298" initials="未" lastIdx="0" clrIdx="814"/>
  <p:cmAuthor id="816" name="未知用户307" initials="未" lastIdx="0" clrIdx="815"/>
  <p:cmAuthor id="817" name="未知用户308" initials="未" lastIdx="0" clrIdx="816"/>
  <p:cmAuthor id="818" name="未知用户315" initials="未" lastIdx="0" clrIdx="817"/>
  <p:cmAuthor id="819" name="未知用户317" initials="未" lastIdx="0" clrIdx="818"/>
  <p:cmAuthor id="820" name="未知用户329" initials="未" lastIdx="0" clrIdx="819"/>
  <p:cmAuthor id="821" name="未知用户333" initials="未" lastIdx="0" clrIdx="820"/>
  <p:cmAuthor id="822" name="未知用户334" initials="未" lastIdx="0" clrIdx="821"/>
  <p:cmAuthor id="823" name="未知用户340" initials="未" lastIdx="0" clrIdx="822"/>
  <p:cmAuthor id="824" name="未知用户341" initials="未" lastIdx="0" clrIdx="823"/>
  <p:cmAuthor id="825" name="未知用户342" initials="未" lastIdx="0" clrIdx="824"/>
  <p:cmAuthor id="826" name="未知用户343" initials="未" lastIdx="0" clrIdx="825"/>
  <p:cmAuthor id="827" name="未知用户344" initials="未" lastIdx="0" clrIdx="826"/>
  <p:cmAuthor id="828" name="未知用户345" initials="未" lastIdx="0" clrIdx="827"/>
  <p:cmAuthor id="829" name="未知用户365" initials="未" lastIdx="0" clrIdx="828"/>
  <p:cmAuthor id="830" name="未知用户366" initials="未" lastIdx="0" clrIdx="829"/>
  <p:cmAuthor id="831" name="未知用户367" initials="未" lastIdx="0" clrIdx="830"/>
  <p:cmAuthor id="832" name="未知用户368" initials="未" lastIdx="0" clrIdx="831"/>
  <p:cmAuthor id="833" name="未知用户403" initials="未" lastIdx="0" clrIdx="832"/>
  <p:cmAuthor id="834" name="未知用户402" initials="未" lastIdx="0" clrIdx="833"/>
  <p:cmAuthor id="835" name="未知用户379" initials="未" lastIdx="0" clrIdx="834"/>
  <p:cmAuthor id="836" name="未知用户380" initials="未" lastIdx="0" clrIdx="835"/>
  <p:cmAuthor id="837" name="未知用户405" initials="未" lastIdx="0" clrIdx="836"/>
  <p:cmAuthor id="838" name="未知用户382" initials="未" lastIdx="0" clrIdx="837"/>
  <p:cmAuthor id="839" name="未知用户383" initials="未" lastIdx="0" clrIdx="838"/>
  <p:cmAuthor id="840" name="未知用户384" initials="未" lastIdx="0" clrIdx="839"/>
  <p:cmAuthor id="841" name="未知用户385" initials="未" lastIdx="0" clrIdx="840"/>
  <p:cmAuthor id="842" name="未知用户386" initials="未" lastIdx="0" clrIdx="841"/>
  <p:cmAuthor id="843" name="未知用户387" initials="未" lastIdx="0" clrIdx="842"/>
  <p:cmAuthor id="844" name="未知用户388" initials="未" lastIdx="0" clrIdx="843"/>
  <p:cmAuthor id="845" name="未知用户411" initials="未" lastIdx="0" clrIdx="844"/>
  <p:cmAuthor id="846" name="未知用户389" initials="未" lastIdx="0" clrIdx="845"/>
  <p:cmAuthor id="847" name="未知用户390" initials="未" lastIdx="0" clrIdx="846"/>
  <p:cmAuthor id="848" name="未知用户391" initials="未" lastIdx="0" clrIdx="847"/>
  <p:cmAuthor id="849" name="未知用户392" initials="未" lastIdx="0" clrIdx="848"/>
  <p:cmAuthor id="850" name="未知用户393" initials="未" lastIdx="0" clrIdx="849"/>
  <p:cmAuthor id="851" name="未知用户394" initials="未" lastIdx="0" clrIdx="850"/>
  <p:cmAuthor id="852" name="未知用户395" initials="未" lastIdx="0" clrIdx="851"/>
  <p:cmAuthor id="853" name="未知用户396" initials="未" lastIdx="0" clrIdx="852"/>
  <p:cmAuthor id="854" name="未知用户406" initials="未" lastIdx="0" clrIdx="853"/>
  <p:cmAuthor id="855" name="未知用户397" initials="未" lastIdx="0" clrIdx="854"/>
  <p:cmAuthor id="856" name="未知用户407" initials="未" lastIdx="0" clrIdx="855"/>
  <p:cmAuthor id="857" name="未知用户398" initials="未" lastIdx="0" clrIdx="856"/>
  <p:cmAuthor id="858" name="未知用户399" initials="未" lastIdx="0" clrIdx="857"/>
  <p:cmAuthor id="859" name="未知用户400" initials="未" lastIdx="0" clrIdx="858"/>
  <p:cmAuthor id="860" name="未知用户401" initials="未" lastIdx="0" clrIdx="859"/>
  <p:cmAuthor id="861" name="未知用户420" initials="未" lastIdx="0" clrIdx="860"/>
  <p:cmAuthor id="862" name="未知用户421" initials="未" lastIdx="0" clrIdx="861"/>
  <p:cmAuthor id="863" name="未知用户422" initials="未" lastIdx="0" clrIdx="862"/>
  <p:cmAuthor id="864" name="未知用户423" initials="未" lastIdx="0" clrIdx="863"/>
  <p:cmAuthor id="865" name="未知用户424" initials="未" lastIdx="0" clrIdx="864"/>
  <p:cmAuthor id="866" name="未知用户419" initials="未" lastIdx="0" clrIdx="865"/>
  <p:cmAuthor id="867" name="未知用户425" initials="未" lastIdx="0" clrIdx="866"/>
  <p:cmAuthor id="868" name="未知用户426" initials="未" lastIdx="0" clrIdx="867"/>
  <p:cmAuthor id="869" name="未知用户427" initials="未" lastIdx="0" clrIdx="868"/>
  <p:cmAuthor id="870" name="未知用户428" initials="未" lastIdx="0" clrIdx="869"/>
  <p:cmAuthor id="871" name="未知用户429" initials="未" lastIdx="0" clrIdx="870"/>
  <p:cmAuthor id="872" name="未知用户430" initials="未" lastIdx="0" clrIdx="871"/>
  <p:cmAuthor id="873" name="未知用户431" initials="未" lastIdx="0" clrIdx="872"/>
  <p:cmAuthor id="874" name="未知用户432" initials="未" lastIdx="0" clrIdx="873"/>
  <p:cmAuthor id="875" name="未知用户433" initials="未" lastIdx="0" clrIdx="874"/>
  <p:cmAuthor id="876" name="未知用户434" initials="未" lastIdx="0" clrIdx="875"/>
  <p:cmAuthor id="877" name="未知用户435" initials="未" lastIdx="0" clrIdx="876"/>
  <p:cmAuthor id="878" name="未知用户436" initials="未" lastIdx="0" clrIdx="877"/>
  <p:cmAuthor id="879" name="未知用户437" initials="未" lastIdx="0" clrIdx="878"/>
  <p:cmAuthor id="880" name="未知用户438" initials="未" lastIdx="0" clrIdx="879"/>
  <p:cmAuthor id="881" name="未知用户417" initials="未" lastIdx="0" clrIdx="880"/>
  <p:cmAuthor id="882" name="未知用户439" initials="未" lastIdx="0" clrIdx="881"/>
  <p:cmAuthor id="883" name="未知用户440" initials="未" lastIdx="0" clrIdx="882"/>
  <p:cmAuthor id="884" name="未知用户441" initials="未" lastIdx="0" clrIdx="883"/>
  <p:cmAuthor id="885" name="未知用户442" initials="未" lastIdx="0" clrIdx="884"/>
  <p:cmAuthor id="886" name="未知用户443" initials="未" lastIdx="0" clrIdx="885"/>
  <p:cmAuthor id="887" name="未知用户444" initials="未" lastIdx="0" clrIdx="886"/>
  <p:cmAuthor id="888" name="未知用户445" initials="未" lastIdx="0" clrIdx="887"/>
  <p:cmAuthor id="889" name="未知用户446" initials="未" lastIdx="0" clrIdx="888"/>
  <p:cmAuthor id="890" name="未知用户447" initials="未" lastIdx="0" clrIdx="889"/>
  <p:cmAuthor id="891" name="未知用户448" initials="未" lastIdx="0" clrIdx="890"/>
  <p:cmAuthor id="892" name="郭成报" initials="郭" lastIdx="0" clrIdx="891"/>
  <p:cmAuthor id="893" name="谢静波" initials="谢" lastIdx="0" clrIdx="892"/>
  <p:cmAuthor id="894" name="刘浩" initials="刘" lastIdx="0" clrIdx="893"/>
  <p:cmAuthor id="895" name="zcy" initials="z" lastIdx="0" clrIdx="894"/>
  <p:cmAuthor id="896" name="Vivian Liu" initials="VL" lastIdx="0" clrIdx="895"/>
  <p:cmAuthor id="897" name="zhang li" initials="z" lastIdx="0" clrIdx="896"/>
  <p:cmAuthor id="898" name="liu tingting" initials="lt" lastIdx="0" clrIdx="897"/>
  <p:cmAuthor id="899" name="崔艳鹏" initials="崔" lastIdx="0" clrIdx="898"/>
  <p:cmAuthor id="900" name="伟哥" initials="伟哥" lastIdx="0" clrIdx="899"/>
  <p:cmAuthor id="901" name="张 美红" initials="张" lastIdx="0" clrIdx="900"/>
  <p:cmAuthor id="902" name="Laptop Go" initials="L" lastIdx="0" clrIdx="901"/>
  <p:cmAuthor id="903" name="cs" initials="c" lastIdx="0" clrIdx="902"/>
  <p:cmAuthor id="904" name="何子文" initials="何子文" lastIdx="0" clrIdx="903"/>
  <p:cmAuthor id="905" name="wfbs" initials="w" lastIdx="0" clrIdx="904"/>
  <p:cmAuthor id="906" name="chenjy1018@outlook.com" initials="c" lastIdx="0" clrIdx="905"/>
  <p:cmAuthor id="907" name="tkyan" initials="t" lastIdx="0" clrIdx="906"/>
  <p:cmAuthor id="908" name="8613250766486" initials="8" lastIdx="0" clrIdx="907"/>
  <p:cmAuthor id="909" name="丁喆彤" initials="丁" lastIdx="0" clrIdx="908"/>
  <p:cmAuthor id="910" name="Eliva Sun" initials="E" lastIdx="0" clrIdx="909"/>
  <p:cmAuthor id="911" name="张辉" initials="张" lastIdx="0" clrIdx="910"/>
  <p:cmAuthor id="912" name="hainan zheng" initials="h" lastIdx="0" clrIdx="911"/>
  <p:cmAuthor id="913" name="Lenovo" initials="L" lastIdx="0" clrIdx="912"/>
  <p:cmAuthor id="914" name="殷 积波" initials="殷" lastIdx="0" clrIdx="913"/>
  <p:cmAuthor id="915" name="林玲 郑" initials="林" lastIdx="0" clrIdx="914"/>
  <p:cmAuthor id="916" name="554154816@qq.com" initials="5" lastIdx="0" clrIdx="915"/>
  <p:cmAuthor id="917" name="未知用户192" initials="未" lastIdx="0" clrIdx="916"/>
  <p:cmAuthor id="918" name="未知用户1" initials="未" lastIdx="0" clrIdx="917"/>
  <p:cmAuthor id="919" name="tong" initials="t" lastIdx="0" clrIdx="918"/>
  <p:cmAuthor id="920" name="tplife" initials="t" lastIdx="0" clrIdx="919"/>
  <p:cmAuthor id="921" name="xiong" initials="x" lastIdx="0" clrIdx="920"/>
  <p:cmAuthor id="922" name="santiago passalacqua" initials="sp" lastIdx="0" clrIdx="921"/>
  <p:cmAuthor id="923" name="裴 乐" initials="裴" lastIdx="0" clrIdx="922"/>
  <p:cmAuthor id="924" name="Jing Wu" initials="J" lastIdx="0" clrIdx="923"/>
  <p:cmAuthor id="925" name="18314855376@163.com" initials="1" lastIdx="0" clrIdx="924"/>
  <p:cmAuthor id="926" name="田 玉玲" initials="田" lastIdx="0" clrIdx="925"/>
  <p:cmAuthor id="927" name="Wei" initials="2" lastIdx="0" clrIdx="926"/>
  <p:cmAuthor id="928" name="isakoff" initials="i" lastIdx="0" clrIdx="927"/>
  <p:cmAuthor id="929" name="Jerome BESTEL" initials="JB" lastIdx="0" clrIdx="928"/>
  <p:cmAuthor id="930" name="kingsoft" initials="k" lastIdx="0" clrIdx="929"/>
  <p:cmAuthor id="931" name="刘 译璟" initials="刘" lastIdx="0" clrIdx="930"/>
  <p:cmAuthor id="932" name="番茄花园" initials="番" lastIdx="0" clrIdx="931"/>
  <p:cmAuthor id="933" name="小熊" initials="小" lastIdx="0" clrIdx="932"/>
  <p:cmAuthor id="934" name="未知用户4" initials="未" lastIdx="0" clrIdx="933"/>
  <p:cmAuthor id="935" name="Deanna Schuler (Bookey Consulting)" initials="D" lastIdx="0" clrIdx="934"/>
  <p:cmAuthor id="936" name="liying" initials="l" lastIdx="0" clrIdx="935"/>
  <p:cmAuthor id="937" name="里芬 郭" initials="里" lastIdx="0" clrIdx="936"/>
  <p:cmAuthor id="938" name="未知的使用者34" initials="未" lastIdx="0" clrIdx="937"/>
  <p:cmAuthor id="939" name="李正" initials="李" lastIdx="0" clrIdx="938"/>
  <p:cmAuthor id="940" name="jl liu" initials="j" lastIdx="0" clrIdx="939"/>
  <p:cmAuthor id="941" name="张杰" initials="张" lastIdx="0" clrIdx="940"/>
  <p:cmAuthor id="942" name="杨艳霞" initials="杨" lastIdx="0" clrIdx="941"/>
  <p:cmAuthor id="943" name="andres.x.gomez" initials="a" lastIdx="0" clrIdx="942"/>
  <p:cmAuthor id="944" name="未知的使用者59" initials="未" lastIdx="0" clrIdx="943"/>
  <p:cmAuthor id="945" name="包珊珊" initials="包" lastIdx="0" clrIdx="944"/>
  <p:cmAuthor id="946" name="吴铁映" initials="吴" lastIdx="0" clrIdx="945"/>
  <p:cmAuthor id="947" name="Yuan Yuan" initials="Y" lastIdx="0" clrIdx="946"/>
  <p:cmAuthor id="948" name="YuQing" initials="Y" lastIdx="0" clrIdx="947"/>
  <p:cmAuthor id="949" name="张 开阔" initials="张" lastIdx="0" clrIdx="948"/>
  <p:cmAuthor id="950" name="周满红" initials="周" lastIdx="0" clrIdx="949"/>
  <p:cmAuthor id="951" name="原鹏" initials="y" lastIdx="0" clrIdx="950"/>
  <p:cmAuthor id="952" name="未知的使用者61" initials="未" lastIdx="0" clrIdx="951"/>
  <p:cmAuthor id="953" name="user" initials="u" lastIdx="0" clrIdx="952"/>
  <p:cmAuthor id="954" name="孟祥超" initials="孟" lastIdx="0" clrIdx="953"/>
  <p:cmAuthor id="955" name="杨秀丰" initials="杨" lastIdx="0" clrIdx="954"/>
  <p:cmAuthor id="956" name="lenovo" initials="l" lastIdx="0" clrIdx="955"/>
  <p:cmAuthor id="957" name="鲍华明" initials="鲍" lastIdx="0" clrIdx="956"/>
  <p:cmAuthor id="958" name="郭 里芬" initials="郭" lastIdx="0" clrIdx="957"/>
  <p:cmAuthor id="959" name="jgj" initials="j" lastIdx="0" clrIdx="958"/>
  <p:cmAuthor id="960" name="Sky123.Org" initials="S" lastIdx="0" clrIdx="959"/>
  <p:cmAuthor id="961" name="周开雷" initials="周" lastIdx="0" clrIdx="960"/>
  <p:cmAuthor id="962" name="未知用户59" initials="未" lastIdx="0" clrIdx="961"/>
  <p:cmAuthor id="963" name="刘艳龙" initials="刘" lastIdx="0" clrIdx="962"/>
  <p:cmAuthor id="964" name="User" initials="U" lastIdx="0" clrIdx="963"/>
  <p:cmAuthor id="965" name="毕军(0212009)" initials="毕" lastIdx="0" clrIdx="964"/>
  <p:cmAuthor id="966" name="dadi" initials="d" lastIdx="0" clrIdx="965"/>
  <p:cmAuthor id="967" name="未知用户57" initials="未" lastIdx="0" clrIdx="966"/>
  <p:cmAuthor id="968" name="未知用户58" initials="未" lastIdx="0" clrIdx="967"/>
  <p:cmAuthor id="969" name="未知用户140" initials="未" lastIdx="0" clrIdx="968"/>
  <p:cmAuthor id="970" name="mac" initials="m" lastIdx="0" clrIdx="969"/>
  <p:cmAuthor id="971" name="张婷婷" initials="张" lastIdx="0" clrIdx="970"/>
  <p:cmAuthor id="972" name="志斌 杜" initials="志" lastIdx="0" clrIdx="971"/>
  <p:cmAuthor id="973" name="未知用户101" initials="未" lastIdx="0" clrIdx="972"/>
  <p:cmAuthor id="974" name="栾 斌" initials="栾" lastIdx="0" clrIdx="973"/>
  <p:cmAuthor id="975" name="未知的使用者137" initials="未" lastIdx="0" clrIdx="974"/>
  <p:cmAuthor id="976" name="未知的使用者138" initials="未" lastIdx="0" clrIdx="975"/>
  <p:cmAuthor id="977" name="Ying Li" initials="Y" lastIdx="0" clrIdx="976"/>
  <p:cmAuthor id="978" name="lou cynthia" initials="l" lastIdx="0" clrIdx="977"/>
  <p:cmAuthor id="979" name="Shi Xiao" initials="SX" lastIdx="0" clrIdx="978"/>
  <p:cmAuthor id="980" name="卢 米薇" initials="卢" lastIdx="0" clrIdx="979"/>
  <p:cmAuthor id="981" name="樊" initials="樊" lastIdx="0" clrIdx="980"/>
  <p:cmAuthor id="982" name="曹 宇锋" initials="曹" lastIdx="0" clrIdx="981"/>
  <p:cmAuthor id="983" name="郑廷东" initials="郑" lastIdx="0" clrIdx="982"/>
  <p:cmAuthor id="984" name="未知的使用者119" initials="未" lastIdx="0" clrIdx="983"/>
  <p:cmAuthor id="985" name="欣" initials="欣" lastIdx="0" clrIdx="984"/>
  <p:cmAuthor id="986" name="冯帅" initials="冯" lastIdx="0" clrIdx="985"/>
  <p:cmAuthor id="987" name="郑汝鸿" initials="郑" lastIdx="0" clrIdx="986"/>
  <p:cmAuthor id="988" name="广东伊利" initials="广" lastIdx="0" clrIdx="987"/>
  <p:cmAuthor id="989" name="李占明" initials="李" lastIdx="0" clrIdx="988"/>
  <p:cmAuthor id="990" name="武春莲" initials="武春莲" lastIdx="0" clrIdx="989"/>
  <p:cmAuthor id="991" name="PC" initials="P" lastIdx="0" clrIdx="990"/>
  <p:cmAuthor id="992" name="李天骄" initials="李" lastIdx="0" clrIdx="991"/>
  <p:cmAuthor id="993" name="微生物工程师" initials="微" lastIdx="0" clrIdx="992"/>
  <p:cmAuthor id="994" name="汪 翔" initials="汪" lastIdx="0" clrIdx="993"/>
  <p:cmAuthor id="995" name="王海涛" initials="王海涛" lastIdx="0" clrIdx="994"/>
  <p:cmAuthor id="996" name="asus" initials="a" lastIdx="0" clrIdx="995"/>
  <p:cmAuthor id="997" name="HUAWEI" initials="H" lastIdx="0" clrIdx="996"/>
  <p:cmAuthor id="998" name="王霞" initials="王" lastIdx="0" clrIdx="997"/>
  <p:cmAuthor id="999" name="李宝龙" initials="李" lastIdx="0" clrIdx="998"/>
  <p:cmAuthor id="1000" name="未知的使用者82" initials="未" lastIdx="0" clrIdx="999"/>
  <p:cmAuthor id="1001" name="王强" initials="王" lastIdx="0" clrIdx="1000"/>
  <p:cmAuthor id="1002" name="董翠珍" initials="董翠珍" lastIdx="0" clrIdx="1001"/>
  <p:cmAuthor id="1003" name="蔚勇军" initials="蔚" lastIdx="0" clrIdx="1002"/>
  <p:cmAuthor id="1004" name="未知用户153" initials="未" lastIdx="0" clrIdx="1003"/>
  <p:cmAuthor id="1005" name="王军" initials="王" lastIdx="0" clrIdx="1004"/>
  <p:cmAuthor id="1006" name="未知用户155" initials="未" lastIdx="0" clrIdx="1005"/>
  <p:cmAuthor id="1007" name="李 金龙" initials="李" lastIdx="0" clrIdx="1006"/>
  <p:cmAuthor id="1008" name="张春贤" initials="张" lastIdx="0" clrIdx="1007"/>
  <p:cmAuthor id="1009" name="鲍 可青" initials="鲍" lastIdx="0" clrIdx="1008"/>
  <p:cmAuthor id="1010" name="曾蓓/贝贝" initials="曾" lastIdx="0" clrIdx="1009"/>
  <p:cmAuthor id="1011" name="施普希（菜菜）" initials="施" lastIdx="0" clrIdx="1010"/>
  <p:cmAuthor id="1012" name="黄璐璐" initials="黄璐璐" lastIdx="0" clrIdx="1011"/>
  <p:cmAuthor id="1013" name="Chang C" initials="CC" lastIdx="0" clrIdx="1012"/>
  <p:cmAuthor id="1014" name="Athena Lu" initials="AL" lastIdx="0" clrIdx="1013"/>
  <p:cmAuthor id="1015" name="Gary Lou" initials="GL" lastIdx="0" clrIdx="1014"/>
  <p:cmAuthor id="1016" name="Cedric Lin" initials="CL" lastIdx="0" clrIdx="1015"/>
  <p:cmAuthor id="1017" name="Bonnie XH" initials="BX" lastIdx="0" clrIdx="1016"/>
  <p:cmAuthor id="1018" name="Niya Wang" initials="NW" lastIdx="0" clrIdx="1017"/>
  <p:cmAuthor id="1019" name="Vera BX Liu" initials="VBL" lastIdx="0" clrIdx="1018"/>
  <p:cmAuthor id="1020" name="Candy Hao" initials="CH" lastIdx="0" clrIdx="1019"/>
  <p:cmAuthor id="1021" name="帅 3dshuai" initials="帅" lastIdx="0" clrIdx="1020"/>
  <p:cmAuthor id="1022" name="理想三旬" initials="理" lastIdx="0" clrIdx="1021"/>
  <p:cmAuthor id="1023" name="唐" initials="唐" lastIdx="0" clrIdx="1022"/>
  <p:cmAuthor id="1024" name="15940" initials="1" lastIdx="0" clrIdx="1023"/>
  <p:cmAuthor id="1025" name="相华 肖" initials="相肖" lastIdx="0" clrIdx="1024"/>
  <p:cmAuthor id="1026" name="qian kun" initials="qk" lastIdx="0" clrIdx="1025"/>
  <p:cmAuthor id="1027" name="sunling" initials="s" lastIdx="0" clrIdx="1026"/>
  <p:cmAuthor id="1028" name="735056269qq.com" initials="7" lastIdx="0" clrIdx="1027"/>
  <p:cmAuthor id="1029" name="林锐填" initials="林" lastIdx="0" clrIdx="1028"/>
  <p:cmAuthor id="1030" name="席金煜" initials="席" lastIdx="0" clrIdx="1029"/>
  <p:cmAuthor id="1031" name="Microsoft Office 用户" initials="Office" lastIdx="0" clrIdx="1030"/>
  <p:cmAuthor id="1032" name="戈玲" initials="戈玲" lastIdx="0" clrIdx="1031"/>
  <p:cmAuthor id="1033" name="肖 相华" initials="肖" lastIdx="0" clrIdx="1032"/>
  <p:cmAuthor id="1034" name="10859" initials="1" lastIdx="0" clrIdx="1033"/>
  <p:cmAuthor id="1035" name="86188" initials="8" lastIdx="0" clrIdx="1034"/>
  <p:cmAuthor id="1036" name="Hello" initials="H" lastIdx="0" clrIdx="1035"/>
  <p:cmAuthor id="1037" name="チョウ_チャン" initials="チ" lastIdx="0" clrIdx="1036"/>
  <p:cmAuthor id="1038" name="密 李" initials="密" lastIdx="0" clrIdx="1037"/>
  <p:cmAuthor id="1039" name="张圆" initials="张圆" lastIdx="0" clrIdx="1038"/>
  <p:cmAuthor id="1040" name="cpppd" initials="c" lastIdx="0" clrIdx="1039"/>
  <p:cmAuthor id="1041" name="ming qiu" initials="m" lastIdx="0" clrIdx="1040"/>
  <p:cmAuthor id="1042" name="JinSanSui" initials="J" lastIdx="0" clrIdx="1041"/>
  <p:cmAuthor id="1043" name="Yellow" initials="Y" lastIdx="0" clrIdx="1042"/>
  <p:cmAuthor id="1044" name="EVEN TAN" initials="ET" lastIdx="0" clrIdx="1043"/>
  <p:cmAuthor id="1045" name="82606" initials="8" lastIdx="0" clrIdx="1044"/>
  <p:cmAuthor id="1046" name="73427" initials="7" lastIdx="0" clrIdx="1045"/>
  <p:cmAuthor id="1047" name="ll" initials="l" lastIdx="0" clrIdx="1046"/>
  <p:cmAuthor id="1048" name="Mo" initials="M" lastIdx="0" clrIdx="1047"/>
  <p:cmAuthor id="1049" name="Angela" initials="A" lastIdx="0" clrIdx="1048"/>
  <p:cmAuthor id="1050" name="梁 辉豪" initials="梁" lastIdx="0" clrIdx="1049"/>
  <p:cmAuthor id="1051" name="115939" initials="1" lastIdx="0" clrIdx="1050"/>
  <p:cmAuthor id="1052" name="张利英" initials="张" lastIdx="0" clrIdx="1051"/>
  <p:cmAuthor id="1053" name="张双文" initials="张" lastIdx="0" clrIdx="1052"/>
  <p:cmAuthor id="1054" name="余 诗宜" initials="余" lastIdx="0" clrIdx="1053"/>
  <p:cmAuthor id="1055" name="QIAN HOU" initials="Q" lastIdx="0" clrIdx="1054"/>
  <p:cmAuthor id="1056" name="0000513&lt;刘胜利&gt;" initials="y" lastIdx="0" clrIdx="1055"/>
  <p:cmAuthor id="1057" name="shi wei" initials="sw" lastIdx="0" clrIdx="1056"/>
  <p:cmAuthor id="1058" name="jh" initials="j" lastIdx="0" clrIdx="1057"/>
  <p:cmAuthor id="1059" name="未知用户22" initials="未" lastIdx="0" clrIdx="1058"/>
  <p:cmAuthor id="1060" name="赵兰玉" initials="赵" lastIdx="0" clrIdx="1059"/>
  <p:cmAuthor id="1061" name="奍子" initials="奍" lastIdx="0" clrIdx="1060"/>
  <p:cmAuthor id="1062" name="AbuSina" initials="A" lastIdx="0" clrIdx="1061"/>
  <p:cmAuthor id="1063" name="954177483@qq.com" initials="9" lastIdx="0" clrIdx="1062"/>
  <p:cmAuthor id="1064" name="月娴 李" initials="月李" lastIdx="0" clrIdx="1063"/>
  <p:cmAuthor id="1065" name="杨慧妍" initials="杨慧妍" lastIdx="0" clrIdx="1064"/>
  <p:cmAuthor id="1066" name="KWP" initials="K" lastIdx="0" clrIdx="1065"/>
  <p:cmAuthor id="1067" name="Microsoft 帐户" initials="M帐" lastIdx="0" clrIdx="1066"/>
  <p:cmAuthor id="1068" name="彭玉凤" initials="彭玉凤" lastIdx="0" clrIdx="1067"/>
  <p:cmAuthor id="1069" name="Sunny" initials="S" lastIdx="0" clrIdx="1068"/>
  <p:cmAuthor id="1070" name="TY" initials="T" lastIdx="0" clrIdx="1069"/>
  <p:cmAuthor id="1071" name="何宛珊_meEzjIZv" initials="authorId_410941640" lastIdx="0" clrIdx="1070"/>
  <p:cmAuthor id="1072" name="熊仪_aYju7RJj" initials="熊" lastIdx="0" clrIdx="1071"/>
  <p:cmAuthor id="1073" name="yifei" initials="y" lastIdx="0" clrIdx="1072"/>
  <p:cmAuthor id="1074" name="ADMIN" initials="A" lastIdx="0" clrIdx="1073"/>
  <p:cmAuthor id="1075" name="李鹏飞_6bQfzI3a" initials="李" lastIdx="0" clrIdx="1074"/>
  <p:cmAuthor id="1076" name="小珞_QjMfU7FR" initials="小" lastIdx="0" clrIdx="1075"/>
  <p:cmAuthor id="1077" name="骆倩怡_Znauj26B" initials="authorId_382814100" lastIdx="0" clrIdx="1076"/>
  <p:cmAuthor id="1078" name="liu tuo" initials="lt" lastIdx="0" clrIdx="1077"/>
  <p:cmAuthor id="1079" name="classykiss" initials="c" lastIdx="0" clrIdx="1078"/>
  <p:cmAuthor id="1080" name="543817612@qq.com" initials="5" lastIdx="0" clrIdx="107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171" y="2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8694057" y="0"/>
            <a:ext cx="3497943" cy="6858000"/>
          </a:xfrm>
          <a:custGeom>
            <a:avLst/>
            <a:gdLst>
              <a:gd name="connsiteX0" fmla="*/ 0 w 3497943"/>
              <a:gd name="connsiteY0" fmla="*/ 0 h 6858000"/>
              <a:gd name="connsiteX1" fmla="*/ 3497943 w 3497943"/>
              <a:gd name="connsiteY1" fmla="*/ 0 h 6858000"/>
              <a:gd name="connsiteX2" fmla="*/ 3497943 w 3497943"/>
              <a:gd name="connsiteY2" fmla="*/ 6858000 h 6858000"/>
              <a:gd name="connsiteX3" fmla="*/ 0 w 349794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7943" h="6858000">
                <a:moveTo>
                  <a:pt x="0" y="0"/>
                </a:moveTo>
                <a:lnTo>
                  <a:pt x="3497943" y="0"/>
                </a:lnTo>
                <a:lnTo>
                  <a:pt x="349794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8694057" y="0"/>
            <a:ext cx="3497943" cy="6858000"/>
          </a:xfrm>
          <a:custGeom>
            <a:avLst/>
            <a:gdLst>
              <a:gd name="connsiteX0" fmla="*/ 0 w 3497943"/>
              <a:gd name="connsiteY0" fmla="*/ 0 h 6858000"/>
              <a:gd name="connsiteX1" fmla="*/ 3497943 w 3497943"/>
              <a:gd name="connsiteY1" fmla="*/ 0 h 6858000"/>
              <a:gd name="connsiteX2" fmla="*/ 3497943 w 3497943"/>
              <a:gd name="connsiteY2" fmla="*/ 6858000 h 6858000"/>
              <a:gd name="connsiteX3" fmla="*/ 0 w 349794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7943" h="6858000">
                <a:moveTo>
                  <a:pt x="0" y="0"/>
                </a:moveTo>
                <a:lnTo>
                  <a:pt x="3497943" y="0"/>
                </a:lnTo>
                <a:lnTo>
                  <a:pt x="349794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623889" y="3021332"/>
            <a:ext cx="5435600" cy="3236686"/>
          </a:xfrm>
          <a:custGeom>
            <a:avLst/>
            <a:gdLst>
              <a:gd name="connsiteX0" fmla="*/ 0 w 5435600"/>
              <a:gd name="connsiteY0" fmla="*/ 0 h 3236686"/>
              <a:gd name="connsiteX1" fmla="*/ 5435600 w 5435600"/>
              <a:gd name="connsiteY1" fmla="*/ 0 h 3236686"/>
              <a:gd name="connsiteX2" fmla="*/ 5435600 w 5435600"/>
              <a:gd name="connsiteY2" fmla="*/ 3236686 h 3236686"/>
              <a:gd name="connsiteX3" fmla="*/ 0 w 5435600"/>
              <a:gd name="connsiteY3" fmla="*/ 3236686 h 3236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600" h="3236686">
                <a:moveTo>
                  <a:pt x="0" y="0"/>
                </a:moveTo>
                <a:lnTo>
                  <a:pt x="5435600" y="0"/>
                </a:lnTo>
                <a:lnTo>
                  <a:pt x="5435600" y="3236686"/>
                </a:lnTo>
                <a:lnTo>
                  <a:pt x="0" y="32366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623888" y="1089025"/>
            <a:ext cx="6577012" cy="5168993"/>
          </a:xfrm>
          <a:custGeom>
            <a:avLst/>
            <a:gdLst>
              <a:gd name="connsiteX0" fmla="*/ 0 w 6577012"/>
              <a:gd name="connsiteY0" fmla="*/ 0 h 5168993"/>
              <a:gd name="connsiteX1" fmla="*/ 6577012 w 6577012"/>
              <a:gd name="connsiteY1" fmla="*/ 0 h 5168993"/>
              <a:gd name="connsiteX2" fmla="*/ 6577012 w 6577012"/>
              <a:gd name="connsiteY2" fmla="*/ 5168993 h 5168993"/>
              <a:gd name="connsiteX3" fmla="*/ 0 w 6577012"/>
              <a:gd name="connsiteY3" fmla="*/ 5168993 h 5168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77012" h="5168993">
                <a:moveTo>
                  <a:pt x="0" y="0"/>
                </a:moveTo>
                <a:lnTo>
                  <a:pt x="6577012" y="0"/>
                </a:lnTo>
                <a:lnTo>
                  <a:pt x="6577012" y="5168993"/>
                </a:lnTo>
                <a:lnTo>
                  <a:pt x="0" y="51689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7999846" y="1089025"/>
            <a:ext cx="3568267" cy="3033032"/>
          </a:xfrm>
          <a:custGeom>
            <a:avLst/>
            <a:gdLst>
              <a:gd name="connsiteX0" fmla="*/ 0 w 3568267"/>
              <a:gd name="connsiteY0" fmla="*/ 0 h 3033032"/>
              <a:gd name="connsiteX1" fmla="*/ 3568267 w 3568267"/>
              <a:gd name="connsiteY1" fmla="*/ 0 h 3033032"/>
              <a:gd name="connsiteX2" fmla="*/ 3568267 w 3568267"/>
              <a:gd name="connsiteY2" fmla="*/ 3033032 h 3033032"/>
              <a:gd name="connsiteX3" fmla="*/ 0 w 3568267"/>
              <a:gd name="connsiteY3" fmla="*/ 3033032 h 3033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8267" h="3033032">
                <a:moveTo>
                  <a:pt x="0" y="0"/>
                </a:moveTo>
                <a:lnTo>
                  <a:pt x="3568267" y="0"/>
                </a:lnTo>
                <a:lnTo>
                  <a:pt x="3568267" y="3033032"/>
                </a:lnTo>
                <a:lnTo>
                  <a:pt x="0" y="30330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4254933" y="1089025"/>
            <a:ext cx="3568267" cy="3033032"/>
          </a:xfrm>
          <a:custGeom>
            <a:avLst/>
            <a:gdLst>
              <a:gd name="connsiteX0" fmla="*/ 0 w 3568267"/>
              <a:gd name="connsiteY0" fmla="*/ 0 h 3033032"/>
              <a:gd name="connsiteX1" fmla="*/ 3568267 w 3568267"/>
              <a:gd name="connsiteY1" fmla="*/ 0 h 3033032"/>
              <a:gd name="connsiteX2" fmla="*/ 3568267 w 3568267"/>
              <a:gd name="connsiteY2" fmla="*/ 3033032 h 3033032"/>
              <a:gd name="connsiteX3" fmla="*/ 0 w 3568267"/>
              <a:gd name="connsiteY3" fmla="*/ 3033032 h 3033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8267" h="3033032">
                <a:moveTo>
                  <a:pt x="0" y="0"/>
                </a:moveTo>
                <a:lnTo>
                  <a:pt x="3568267" y="0"/>
                </a:lnTo>
                <a:lnTo>
                  <a:pt x="3568267" y="3033032"/>
                </a:lnTo>
                <a:lnTo>
                  <a:pt x="0" y="30330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751777" y="1553029"/>
            <a:ext cx="4359764" cy="4359764"/>
          </a:xfrm>
          <a:custGeom>
            <a:avLst/>
            <a:gdLst>
              <a:gd name="connsiteX0" fmla="*/ 2179882 w 4359764"/>
              <a:gd name="connsiteY0" fmla="*/ 0 h 4359764"/>
              <a:gd name="connsiteX1" fmla="*/ 4359764 w 4359764"/>
              <a:gd name="connsiteY1" fmla="*/ 2179882 h 4359764"/>
              <a:gd name="connsiteX2" fmla="*/ 2179882 w 4359764"/>
              <a:gd name="connsiteY2" fmla="*/ 4359764 h 4359764"/>
              <a:gd name="connsiteX3" fmla="*/ 0 w 4359764"/>
              <a:gd name="connsiteY3" fmla="*/ 2179882 h 4359764"/>
              <a:gd name="connsiteX4" fmla="*/ 2179882 w 4359764"/>
              <a:gd name="connsiteY4" fmla="*/ 0 h 4359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9764" h="4359764">
                <a:moveTo>
                  <a:pt x="2179882" y="0"/>
                </a:moveTo>
                <a:cubicBezTo>
                  <a:pt x="3383798" y="0"/>
                  <a:pt x="4359764" y="975966"/>
                  <a:pt x="4359764" y="2179882"/>
                </a:cubicBezTo>
                <a:cubicBezTo>
                  <a:pt x="4359764" y="3383798"/>
                  <a:pt x="3383798" y="4359764"/>
                  <a:pt x="2179882" y="4359764"/>
                </a:cubicBezTo>
                <a:cubicBezTo>
                  <a:pt x="975966" y="4359764"/>
                  <a:pt x="0" y="3383798"/>
                  <a:pt x="0" y="2179882"/>
                </a:cubicBezTo>
                <a:cubicBezTo>
                  <a:pt x="0" y="975966"/>
                  <a:pt x="975966" y="0"/>
                  <a:pt x="217988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5050971" y="1089025"/>
            <a:ext cx="6517142" cy="5184775"/>
          </a:xfrm>
          <a:custGeom>
            <a:avLst/>
            <a:gdLst>
              <a:gd name="connsiteX0" fmla="*/ 0 w 6517142"/>
              <a:gd name="connsiteY0" fmla="*/ 0 h 5184775"/>
              <a:gd name="connsiteX1" fmla="*/ 6517142 w 6517142"/>
              <a:gd name="connsiteY1" fmla="*/ 0 h 5184775"/>
              <a:gd name="connsiteX2" fmla="*/ 6517142 w 6517142"/>
              <a:gd name="connsiteY2" fmla="*/ 5184775 h 5184775"/>
              <a:gd name="connsiteX3" fmla="*/ 0 w 6517142"/>
              <a:gd name="connsiteY3" fmla="*/ 5184775 h 51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17142" h="5184775">
                <a:moveTo>
                  <a:pt x="0" y="0"/>
                </a:moveTo>
                <a:lnTo>
                  <a:pt x="6517142" y="0"/>
                </a:lnTo>
                <a:lnTo>
                  <a:pt x="6517142" y="5184775"/>
                </a:lnTo>
                <a:lnTo>
                  <a:pt x="0" y="51847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5050971" y="1089025"/>
            <a:ext cx="6517142" cy="5184775"/>
          </a:xfrm>
          <a:custGeom>
            <a:avLst/>
            <a:gdLst>
              <a:gd name="connsiteX0" fmla="*/ 0 w 6517142"/>
              <a:gd name="connsiteY0" fmla="*/ 0 h 5184775"/>
              <a:gd name="connsiteX1" fmla="*/ 6517142 w 6517142"/>
              <a:gd name="connsiteY1" fmla="*/ 0 h 5184775"/>
              <a:gd name="connsiteX2" fmla="*/ 6517142 w 6517142"/>
              <a:gd name="connsiteY2" fmla="*/ 5184775 h 5184775"/>
              <a:gd name="connsiteX3" fmla="*/ 0 w 6517142"/>
              <a:gd name="connsiteY3" fmla="*/ 5184775 h 51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17142" h="5184775">
                <a:moveTo>
                  <a:pt x="0" y="0"/>
                </a:moveTo>
                <a:lnTo>
                  <a:pt x="6517142" y="0"/>
                </a:lnTo>
                <a:lnTo>
                  <a:pt x="6517142" y="5184775"/>
                </a:lnTo>
                <a:lnTo>
                  <a:pt x="0" y="51847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740813" y="4932102"/>
            <a:ext cx="1323688" cy="1323688"/>
          </a:xfrm>
          <a:custGeom>
            <a:avLst/>
            <a:gdLst>
              <a:gd name="connsiteX0" fmla="*/ 661844 w 1323688"/>
              <a:gd name="connsiteY0" fmla="*/ 0 h 1323688"/>
              <a:gd name="connsiteX1" fmla="*/ 1323688 w 1323688"/>
              <a:gd name="connsiteY1" fmla="*/ 661844 h 1323688"/>
              <a:gd name="connsiteX2" fmla="*/ 661844 w 1323688"/>
              <a:gd name="connsiteY2" fmla="*/ 1323688 h 1323688"/>
              <a:gd name="connsiteX3" fmla="*/ 0 w 1323688"/>
              <a:gd name="connsiteY3" fmla="*/ 661844 h 1323688"/>
              <a:gd name="connsiteX4" fmla="*/ 661844 w 1323688"/>
              <a:gd name="connsiteY4" fmla="*/ 0 h 1323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3688" h="1323688">
                <a:moveTo>
                  <a:pt x="661844" y="0"/>
                </a:moveTo>
                <a:cubicBezTo>
                  <a:pt x="1027370" y="0"/>
                  <a:pt x="1323688" y="296318"/>
                  <a:pt x="1323688" y="661844"/>
                </a:cubicBezTo>
                <a:cubicBezTo>
                  <a:pt x="1323688" y="1027370"/>
                  <a:pt x="1027370" y="1323688"/>
                  <a:pt x="661844" y="1323688"/>
                </a:cubicBezTo>
                <a:cubicBezTo>
                  <a:pt x="296318" y="1323688"/>
                  <a:pt x="0" y="1027370"/>
                  <a:pt x="0" y="661844"/>
                </a:cubicBezTo>
                <a:cubicBezTo>
                  <a:pt x="0" y="296318"/>
                  <a:pt x="296318" y="0"/>
                  <a:pt x="6618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3280229" y="1089025"/>
            <a:ext cx="2585356" cy="5184775"/>
          </a:xfrm>
          <a:custGeom>
            <a:avLst/>
            <a:gdLst>
              <a:gd name="connsiteX0" fmla="*/ 0 w 2585356"/>
              <a:gd name="connsiteY0" fmla="*/ 0 h 5184775"/>
              <a:gd name="connsiteX1" fmla="*/ 2585356 w 2585356"/>
              <a:gd name="connsiteY1" fmla="*/ 0 h 5184775"/>
              <a:gd name="connsiteX2" fmla="*/ 2585356 w 2585356"/>
              <a:gd name="connsiteY2" fmla="*/ 5184775 h 5184775"/>
              <a:gd name="connsiteX3" fmla="*/ 0 w 2585356"/>
              <a:gd name="connsiteY3" fmla="*/ 5184775 h 51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5356" h="5184775">
                <a:moveTo>
                  <a:pt x="0" y="0"/>
                </a:moveTo>
                <a:lnTo>
                  <a:pt x="2585356" y="0"/>
                </a:lnTo>
                <a:lnTo>
                  <a:pt x="2585356" y="5184775"/>
                </a:lnTo>
                <a:lnTo>
                  <a:pt x="0" y="51847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385379" y="1123950"/>
            <a:ext cx="2585356" cy="5184775"/>
          </a:xfrm>
          <a:custGeom>
            <a:avLst/>
            <a:gdLst>
              <a:gd name="connsiteX0" fmla="*/ 0 w 2585356"/>
              <a:gd name="connsiteY0" fmla="*/ 0 h 5184775"/>
              <a:gd name="connsiteX1" fmla="*/ 2585356 w 2585356"/>
              <a:gd name="connsiteY1" fmla="*/ 0 h 5184775"/>
              <a:gd name="connsiteX2" fmla="*/ 2585356 w 2585356"/>
              <a:gd name="connsiteY2" fmla="*/ 5184775 h 5184775"/>
              <a:gd name="connsiteX3" fmla="*/ 0 w 2585356"/>
              <a:gd name="connsiteY3" fmla="*/ 5184775 h 51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5356" h="5184775">
                <a:moveTo>
                  <a:pt x="0" y="0"/>
                </a:moveTo>
                <a:lnTo>
                  <a:pt x="2585356" y="0"/>
                </a:lnTo>
                <a:lnTo>
                  <a:pt x="2585356" y="5184775"/>
                </a:lnTo>
                <a:lnTo>
                  <a:pt x="0" y="51847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3921272" y="2065400"/>
            <a:ext cx="2050735" cy="2058587"/>
          </a:xfrm>
          <a:custGeom>
            <a:avLst/>
            <a:gdLst>
              <a:gd name="connsiteX0" fmla="*/ 2050735 w 2050735"/>
              <a:gd name="connsiteY0" fmla="*/ 0 h 2058587"/>
              <a:gd name="connsiteX1" fmla="*/ 2050735 w 2050735"/>
              <a:gd name="connsiteY1" fmla="*/ 2058587 h 2058587"/>
              <a:gd name="connsiteX2" fmla="*/ 0 w 2050735"/>
              <a:gd name="connsiteY2" fmla="*/ 2058587 h 2058587"/>
              <a:gd name="connsiteX3" fmla="*/ 8635 w 2050735"/>
              <a:gd name="connsiteY3" fmla="*/ 1887595 h 2058587"/>
              <a:gd name="connsiteX4" fmla="*/ 1888013 w 2050735"/>
              <a:gd name="connsiteY4" fmla="*/ 8217 h 2058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0735" h="2058587">
                <a:moveTo>
                  <a:pt x="2050735" y="0"/>
                </a:moveTo>
                <a:lnTo>
                  <a:pt x="2050735" y="2058587"/>
                </a:lnTo>
                <a:lnTo>
                  <a:pt x="0" y="2058587"/>
                </a:lnTo>
                <a:lnTo>
                  <a:pt x="8635" y="1887595"/>
                </a:lnTo>
                <a:cubicBezTo>
                  <a:pt x="109271" y="896652"/>
                  <a:pt x="897071" y="108852"/>
                  <a:pt x="1888013" y="82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077121" y="2065400"/>
            <a:ext cx="2050733" cy="2058587"/>
          </a:xfrm>
          <a:custGeom>
            <a:avLst/>
            <a:gdLst>
              <a:gd name="connsiteX0" fmla="*/ 0 w 2050733"/>
              <a:gd name="connsiteY0" fmla="*/ 0 h 2058587"/>
              <a:gd name="connsiteX1" fmla="*/ 162720 w 2050733"/>
              <a:gd name="connsiteY1" fmla="*/ 8217 h 2058587"/>
              <a:gd name="connsiteX2" fmla="*/ 2042098 w 2050733"/>
              <a:gd name="connsiteY2" fmla="*/ 1887595 h 2058587"/>
              <a:gd name="connsiteX3" fmla="*/ 2050733 w 2050733"/>
              <a:gd name="connsiteY3" fmla="*/ 2058587 h 2058587"/>
              <a:gd name="connsiteX4" fmla="*/ 0 w 2050733"/>
              <a:gd name="connsiteY4" fmla="*/ 2058587 h 2058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0733" h="2058587">
                <a:moveTo>
                  <a:pt x="0" y="0"/>
                </a:moveTo>
                <a:lnTo>
                  <a:pt x="162720" y="8217"/>
                </a:lnTo>
                <a:cubicBezTo>
                  <a:pt x="1153663" y="108852"/>
                  <a:pt x="1941463" y="896652"/>
                  <a:pt x="2042098" y="1887595"/>
                </a:cubicBezTo>
                <a:lnTo>
                  <a:pt x="2050733" y="2058587"/>
                </a:lnTo>
                <a:lnTo>
                  <a:pt x="0" y="205858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5"/>
          </p:nvPr>
        </p:nvSpPr>
        <p:spPr>
          <a:xfrm>
            <a:off x="3922108" y="4229101"/>
            <a:ext cx="2049899" cy="2042045"/>
          </a:xfrm>
          <a:custGeom>
            <a:avLst/>
            <a:gdLst>
              <a:gd name="connsiteX0" fmla="*/ 0 w 2049899"/>
              <a:gd name="connsiteY0" fmla="*/ 0 h 2042045"/>
              <a:gd name="connsiteX1" fmla="*/ 2049899 w 2049899"/>
              <a:gd name="connsiteY1" fmla="*/ 0 h 2042045"/>
              <a:gd name="connsiteX2" fmla="*/ 2049899 w 2049899"/>
              <a:gd name="connsiteY2" fmla="*/ 2042045 h 2042045"/>
              <a:gd name="connsiteX3" fmla="*/ 1887177 w 2049899"/>
              <a:gd name="connsiteY3" fmla="*/ 2033828 h 2042045"/>
              <a:gd name="connsiteX4" fmla="*/ 7799 w 2049899"/>
              <a:gd name="connsiteY4" fmla="*/ 154450 h 204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9899" h="2042045">
                <a:moveTo>
                  <a:pt x="0" y="0"/>
                </a:moveTo>
                <a:lnTo>
                  <a:pt x="2049899" y="0"/>
                </a:lnTo>
                <a:lnTo>
                  <a:pt x="2049899" y="2042045"/>
                </a:lnTo>
                <a:lnTo>
                  <a:pt x="1887177" y="2033828"/>
                </a:lnTo>
                <a:cubicBezTo>
                  <a:pt x="896235" y="1933193"/>
                  <a:pt x="108435" y="1145393"/>
                  <a:pt x="7799" y="15445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6077121" y="4229101"/>
            <a:ext cx="2049898" cy="2042045"/>
          </a:xfrm>
          <a:custGeom>
            <a:avLst/>
            <a:gdLst>
              <a:gd name="connsiteX0" fmla="*/ 0 w 2049898"/>
              <a:gd name="connsiteY0" fmla="*/ 0 h 2042045"/>
              <a:gd name="connsiteX1" fmla="*/ 2049898 w 2049898"/>
              <a:gd name="connsiteY1" fmla="*/ 0 h 2042045"/>
              <a:gd name="connsiteX2" fmla="*/ 2042098 w 2049898"/>
              <a:gd name="connsiteY2" fmla="*/ 154450 h 2042045"/>
              <a:gd name="connsiteX3" fmla="*/ 162720 w 2049898"/>
              <a:gd name="connsiteY3" fmla="*/ 2033828 h 2042045"/>
              <a:gd name="connsiteX4" fmla="*/ 0 w 2049898"/>
              <a:gd name="connsiteY4" fmla="*/ 2042045 h 204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9898" h="2042045">
                <a:moveTo>
                  <a:pt x="0" y="0"/>
                </a:moveTo>
                <a:lnTo>
                  <a:pt x="2049898" y="0"/>
                </a:lnTo>
                <a:lnTo>
                  <a:pt x="2042098" y="154450"/>
                </a:lnTo>
                <a:cubicBezTo>
                  <a:pt x="1941463" y="1145393"/>
                  <a:pt x="1153663" y="1933193"/>
                  <a:pt x="162720" y="2033828"/>
                </a:cubicBezTo>
                <a:lnTo>
                  <a:pt x="0" y="204204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8534401" y="1089025"/>
            <a:ext cx="3657600" cy="5184775"/>
          </a:xfrm>
          <a:custGeom>
            <a:avLst/>
            <a:gdLst>
              <a:gd name="connsiteX0" fmla="*/ 0 w 3657600"/>
              <a:gd name="connsiteY0" fmla="*/ 0 h 5184775"/>
              <a:gd name="connsiteX1" fmla="*/ 3657600 w 3657600"/>
              <a:gd name="connsiteY1" fmla="*/ 0 h 5184775"/>
              <a:gd name="connsiteX2" fmla="*/ 3657600 w 3657600"/>
              <a:gd name="connsiteY2" fmla="*/ 5184775 h 5184775"/>
              <a:gd name="connsiteX3" fmla="*/ 0 w 3657600"/>
              <a:gd name="connsiteY3" fmla="*/ 5184775 h 51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5184775">
                <a:moveTo>
                  <a:pt x="0" y="0"/>
                </a:moveTo>
                <a:lnTo>
                  <a:pt x="3657600" y="0"/>
                </a:lnTo>
                <a:lnTo>
                  <a:pt x="3657600" y="5184775"/>
                </a:lnTo>
                <a:lnTo>
                  <a:pt x="0" y="51847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1112750" y="1101725"/>
            <a:ext cx="1720052" cy="1720052"/>
          </a:xfrm>
          <a:custGeom>
            <a:avLst/>
            <a:gdLst>
              <a:gd name="connsiteX0" fmla="*/ 860026 w 1720052"/>
              <a:gd name="connsiteY0" fmla="*/ 0 h 1720052"/>
              <a:gd name="connsiteX1" fmla="*/ 1720052 w 1720052"/>
              <a:gd name="connsiteY1" fmla="*/ 860026 h 1720052"/>
              <a:gd name="connsiteX2" fmla="*/ 860026 w 1720052"/>
              <a:gd name="connsiteY2" fmla="*/ 1720052 h 1720052"/>
              <a:gd name="connsiteX3" fmla="*/ 0 w 1720052"/>
              <a:gd name="connsiteY3" fmla="*/ 860026 h 1720052"/>
              <a:gd name="connsiteX4" fmla="*/ 860026 w 1720052"/>
              <a:gd name="connsiteY4" fmla="*/ 0 h 1720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0052" h="1720052">
                <a:moveTo>
                  <a:pt x="860026" y="0"/>
                </a:moveTo>
                <a:cubicBezTo>
                  <a:pt x="1335005" y="0"/>
                  <a:pt x="1720052" y="385047"/>
                  <a:pt x="1720052" y="860026"/>
                </a:cubicBezTo>
                <a:cubicBezTo>
                  <a:pt x="1720052" y="1335005"/>
                  <a:pt x="1335005" y="1720052"/>
                  <a:pt x="860026" y="1720052"/>
                </a:cubicBezTo>
                <a:cubicBezTo>
                  <a:pt x="385047" y="1720052"/>
                  <a:pt x="0" y="1335005"/>
                  <a:pt x="0" y="860026"/>
                </a:cubicBezTo>
                <a:cubicBezTo>
                  <a:pt x="0" y="385047"/>
                  <a:pt x="385047" y="0"/>
                  <a:pt x="8600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610382" y="1101725"/>
            <a:ext cx="1720052" cy="1720052"/>
          </a:xfrm>
          <a:custGeom>
            <a:avLst/>
            <a:gdLst>
              <a:gd name="connsiteX0" fmla="*/ 860026 w 1720052"/>
              <a:gd name="connsiteY0" fmla="*/ 0 h 1720052"/>
              <a:gd name="connsiteX1" fmla="*/ 1720052 w 1720052"/>
              <a:gd name="connsiteY1" fmla="*/ 860026 h 1720052"/>
              <a:gd name="connsiteX2" fmla="*/ 860026 w 1720052"/>
              <a:gd name="connsiteY2" fmla="*/ 1720052 h 1720052"/>
              <a:gd name="connsiteX3" fmla="*/ 0 w 1720052"/>
              <a:gd name="connsiteY3" fmla="*/ 860026 h 1720052"/>
              <a:gd name="connsiteX4" fmla="*/ 860026 w 1720052"/>
              <a:gd name="connsiteY4" fmla="*/ 0 h 1720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0052" h="1720052">
                <a:moveTo>
                  <a:pt x="860026" y="0"/>
                </a:moveTo>
                <a:cubicBezTo>
                  <a:pt x="1335005" y="0"/>
                  <a:pt x="1720052" y="385047"/>
                  <a:pt x="1720052" y="860026"/>
                </a:cubicBezTo>
                <a:cubicBezTo>
                  <a:pt x="1720052" y="1335005"/>
                  <a:pt x="1335005" y="1720052"/>
                  <a:pt x="860026" y="1720052"/>
                </a:cubicBezTo>
                <a:cubicBezTo>
                  <a:pt x="385047" y="1720052"/>
                  <a:pt x="0" y="1335005"/>
                  <a:pt x="0" y="860026"/>
                </a:cubicBezTo>
                <a:cubicBezTo>
                  <a:pt x="0" y="385047"/>
                  <a:pt x="385047" y="0"/>
                  <a:pt x="8600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5"/>
          </p:nvPr>
        </p:nvSpPr>
        <p:spPr>
          <a:xfrm>
            <a:off x="3861566" y="1101725"/>
            <a:ext cx="1720052" cy="1720052"/>
          </a:xfrm>
          <a:custGeom>
            <a:avLst/>
            <a:gdLst>
              <a:gd name="connsiteX0" fmla="*/ 860026 w 1720052"/>
              <a:gd name="connsiteY0" fmla="*/ 0 h 1720052"/>
              <a:gd name="connsiteX1" fmla="*/ 1720052 w 1720052"/>
              <a:gd name="connsiteY1" fmla="*/ 860026 h 1720052"/>
              <a:gd name="connsiteX2" fmla="*/ 860026 w 1720052"/>
              <a:gd name="connsiteY2" fmla="*/ 1720052 h 1720052"/>
              <a:gd name="connsiteX3" fmla="*/ 0 w 1720052"/>
              <a:gd name="connsiteY3" fmla="*/ 860026 h 1720052"/>
              <a:gd name="connsiteX4" fmla="*/ 860026 w 1720052"/>
              <a:gd name="connsiteY4" fmla="*/ 0 h 1720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0052" h="1720052">
                <a:moveTo>
                  <a:pt x="860026" y="0"/>
                </a:moveTo>
                <a:cubicBezTo>
                  <a:pt x="1335005" y="0"/>
                  <a:pt x="1720052" y="385047"/>
                  <a:pt x="1720052" y="860026"/>
                </a:cubicBezTo>
                <a:cubicBezTo>
                  <a:pt x="1720052" y="1335005"/>
                  <a:pt x="1335005" y="1720052"/>
                  <a:pt x="860026" y="1720052"/>
                </a:cubicBezTo>
                <a:cubicBezTo>
                  <a:pt x="385047" y="1720052"/>
                  <a:pt x="0" y="1335005"/>
                  <a:pt x="0" y="860026"/>
                </a:cubicBezTo>
                <a:cubicBezTo>
                  <a:pt x="0" y="385047"/>
                  <a:pt x="385047" y="0"/>
                  <a:pt x="8600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9359198" y="1101725"/>
            <a:ext cx="1720052" cy="1720052"/>
          </a:xfrm>
          <a:custGeom>
            <a:avLst/>
            <a:gdLst>
              <a:gd name="connsiteX0" fmla="*/ 860026 w 1720052"/>
              <a:gd name="connsiteY0" fmla="*/ 0 h 1720052"/>
              <a:gd name="connsiteX1" fmla="*/ 1720052 w 1720052"/>
              <a:gd name="connsiteY1" fmla="*/ 860026 h 1720052"/>
              <a:gd name="connsiteX2" fmla="*/ 860026 w 1720052"/>
              <a:gd name="connsiteY2" fmla="*/ 1720052 h 1720052"/>
              <a:gd name="connsiteX3" fmla="*/ 0 w 1720052"/>
              <a:gd name="connsiteY3" fmla="*/ 860026 h 1720052"/>
              <a:gd name="connsiteX4" fmla="*/ 860026 w 1720052"/>
              <a:gd name="connsiteY4" fmla="*/ 0 h 1720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0052" h="1720052">
                <a:moveTo>
                  <a:pt x="860026" y="0"/>
                </a:moveTo>
                <a:cubicBezTo>
                  <a:pt x="1335005" y="0"/>
                  <a:pt x="1720052" y="385047"/>
                  <a:pt x="1720052" y="860026"/>
                </a:cubicBezTo>
                <a:cubicBezTo>
                  <a:pt x="1720052" y="1335005"/>
                  <a:pt x="1335005" y="1720052"/>
                  <a:pt x="860026" y="1720052"/>
                </a:cubicBezTo>
                <a:cubicBezTo>
                  <a:pt x="385047" y="1720052"/>
                  <a:pt x="0" y="1335005"/>
                  <a:pt x="0" y="860026"/>
                </a:cubicBezTo>
                <a:cubicBezTo>
                  <a:pt x="0" y="385047"/>
                  <a:pt x="385047" y="0"/>
                  <a:pt x="8600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7"/>
          </p:nvPr>
        </p:nvSpPr>
        <p:spPr>
          <a:xfrm>
            <a:off x="1112750" y="3716338"/>
            <a:ext cx="1720052" cy="1720052"/>
          </a:xfrm>
          <a:custGeom>
            <a:avLst/>
            <a:gdLst>
              <a:gd name="connsiteX0" fmla="*/ 860026 w 1720052"/>
              <a:gd name="connsiteY0" fmla="*/ 0 h 1720052"/>
              <a:gd name="connsiteX1" fmla="*/ 1720052 w 1720052"/>
              <a:gd name="connsiteY1" fmla="*/ 860026 h 1720052"/>
              <a:gd name="connsiteX2" fmla="*/ 860026 w 1720052"/>
              <a:gd name="connsiteY2" fmla="*/ 1720052 h 1720052"/>
              <a:gd name="connsiteX3" fmla="*/ 0 w 1720052"/>
              <a:gd name="connsiteY3" fmla="*/ 860026 h 1720052"/>
              <a:gd name="connsiteX4" fmla="*/ 860026 w 1720052"/>
              <a:gd name="connsiteY4" fmla="*/ 0 h 1720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0052" h="1720052">
                <a:moveTo>
                  <a:pt x="860026" y="0"/>
                </a:moveTo>
                <a:cubicBezTo>
                  <a:pt x="1335005" y="0"/>
                  <a:pt x="1720052" y="385047"/>
                  <a:pt x="1720052" y="860026"/>
                </a:cubicBezTo>
                <a:cubicBezTo>
                  <a:pt x="1720052" y="1335005"/>
                  <a:pt x="1335005" y="1720052"/>
                  <a:pt x="860026" y="1720052"/>
                </a:cubicBezTo>
                <a:cubicBezTo>
                  <a:pt x="385047" y="1720052"/>
                  <a:pt x="0" y="1335005"/>
                  <a:pt x="0" y="860026"/>
                </a:cubicBezTo>
                <a:cubicBezTo>
                  <a:pt x="0" y="385047"/>
                  <a:pt x="385047" y="0"/>
                  <a:pt x="8600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22" name="图片占位符 21"/>
          <p:cNvSpPr>
            <a:spLocks noGrp="1"/>
          </p:cNvSpPr>
          <p:nvPr>
            <p:ph type="pic" sz="quarter" idx="18"/>
          </p:nvPr>
        </p:nvSpPr>
        <p:spPr>
          <a:xfrm>
            <a:off x="3861566" y="3716338"/>
            <a:ext cx="1720052" cy="1720052"/>
          </a:xfrm>
          <a:custGeom>
            <a:avLst/>
            <a:gdLst>
              <a:gd name="connsiteX0" fmla="*/ 860026 w 1720052"/>
              <a:gd name="connsiteY0" fmla="*/ 0 h 1720052"/>
              <a:gd name="connsiteX1" fmla="*/ 1720052 w 1720052"/>
              <a:gd name="connsiteY1" fmla="*/ 860026 h 1720052"/>
              <a:gd name="connsiteX2" fmla="*/ 860026 w 1720052"/>
              <a:gd name="connsiteY2" fmla="*/ 1720052 h 1720052"/>
              <a:gd name="connsiteX3" fmla="*/ 0 w 1720052"/>
              <a:gd name="connsiteY3" fmla="*/ 860026 h 1720052"/>
              <a:gd name="connsiteX4" fmla="*/ 860026 w 1720052"/>
              <a:gd name="connsiteY4" fmla="*/ 0 h 1720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0052" h="1720052">
                <a:moveTo>
                  <a:pt x="860026" y="0"/>
                </a:moveTo>
                <a:cubicBezTo>
                  <a:pt x="1335005" y="0"/>
                  <a:pt x="1720052" y="385047"/>
                  <a:pt x="1720052" y="860026"/>
                </a:cubicBezTo>
                <a:cubicBezTo>
                  <a:pt x="1720052" y="1335005"/>
                  <a:pt x="1335005" y="1720052"/>
                  <a:pt x="860026" y="1720052"/>
                </a:cubicBezTo>
                <a:cubicBezTo>
                  <a:pt x="385047" y="1720052"/>
                  <a:pt x="0" y="1335005"/>
                  <a:pt x="0" y="860026"/>
                </a:cubicBezTo>
                <a:cubicBezTo>
                  <a:pt x="0" y="385047"/>
                  <a:pt x="385047" y="0"/>
                  <a:pt x="8600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25" name="图片占位符 24"/>
          <p:cNvSpPr>
            <a:spLocks noGrp="1"/>
          </p:cNvSpPr>
          <p:nvPr>
            <p:ph type="pic" sz="quarter" idx="19"/>
          </p:nvPr>
        </p:nvSpPr>
        <p:spPr>
          <a:xfrm>
            <a:off x="6610382" y="3716338"/>
            <a:ext cx="1720052" cy="1720052"/>
          </a:xfrm>
          <a:custGeom>
            <a:avLst/>
            <a:gdLst>
              <a:gd name="connsiteX0" fmla="*/ 860026 w 1720052"/>
              <a:gd name="connsiteY0" fmla="*/ 0 h 1720052"/>
              <a:gd name="connsiteX1" fmla="*/ 1720052 w 1720052"/>
              <a:gd name="connsiteY1" fmla="*/ 860026 h 1720052"/>
              <a:gd name="connsiteX2" fmla="*/ 860026 w 1720052"/>
              <a:gd name="connsiteY2" fmla="*/ 1720052 h 1720052"/>
              <a:gd name="connsiteX3" fmla="*/ 0 w 1720052"/>
              <a:gd name="connsiteY3" fmla="*/ 860026 h 1720052"/>
              <a:gd name="connsiteX4" fmla="*/ 860026 w 1720052"/>
              <a:gd name="connsiteY4" fmla="*/ 0 h 1720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0052" h="1720052">
                <a:moveTo>
                  <a:pt x="860026" y="0"/>
                </a:moveTo>
                <a:cubicBezTo>
                  <a:pt x="1335005" y="0"/>
                  <a:pt x="1720052" y="385047"/>
                  <a:pt x="1720052" y="860026"/>
                </a:cubicBezTo>
                <a:cubicBezTo>
                  <a:pt x="1720052" y="1335005"/>
                  <a:pt x="1335005" y="1720052"/>
                  <a:pt x="860026" y="1720052"/>
                </a:cubicBezTo>
                <a:cubicBezTo>
                  <a:pt x="385047" y="1720052"/>
                  <a:pt x="0" y="1335005"/>
                  <a:pt x="0" y="860026"/>
                </a:cubicBezTo>
                <a:cubicBezTo>
                  <a:pt x="0" y="385047"/>
                  <a:pt x="385047" y="0"/>
                  <a:pt x="8600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20"/>
          </p:nvPr>
        </p:nvSpPr>
        <p:spPr>
          <a:xfrm>
            <a:off x="9359198" y="3716338"/>
            <a:ext cx="1720052" cy="1720052"/>
          </a:xfrm>
          <a:custGeom>
            <a:avLst/>
            <a:gdLst>
              <a:gd name="connsiteX0" fmla="*/ 860026 w 1720052"/>
              <a:gd name="connsiteY0" fmla="*/ 0 h 1720052"/>
              <a:gd name="connsiteX1" fmla="*/ 1720052 w 1720052"/>
              <a:gd name="connsiteY1" fmla="*/ 860026 h 1720052"/>
              <a:gd name="connsiteX2" fmla="*/ 860026 w 1720052"/>
              <a:gd name="connsiteY2" fmla="*/ 1720052 h 1720052"/>
              <a:gd name="connsiteX3" fmla="*/ 0 w 1720052"/>
              <a:gd name="connsiteY3" fmla="*/ 860026 h 1720052"/>
              <a:gd name="connsiteX4" fmla="*/ 860026 w 1720052"/>
              <a:gd name="connsiteY4" fmla="*/ 0 h 1720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0052" h="1720052">
                <a:moveTo>
                  <a:pt x="860026" y="0"/>
                </a:moveTo>
                <a:cubicBezTo>
                  <a:pt x="1335005" y="0"/>
                  <a:pt x="1720052" y="385047"/>
                  <a:pt x="1720052" y="860026"/>
                </a:cubicBezTo>
                <a:cubicBezTo>
                  <a:pt x="1720052" y="1335005"/>
                  <a:pt x="1335005" y="1720052"/>
                  <a:pt x="860026" y="1720052"/>
                </a:cubicBezTo>
                <a:cubicBezTo>
                  <a:pt x="385047" y="1720052"/>
                  <a:pt x="0" y="1335005"/>
                  <a:pt x="0" y="860026"/>
                </a:cubicBezTo>
                <a:cubicBezTo>
                  <a:pt x="0" y="385047"/>
                  <a:pt x="385047" y="0"/>
                  <a:pt x="8600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623888" y="1089025"/>
            <a:ext cx="4441598" cy="5184775"/>
          </a:xfrm>
          <a:custGeom>
            <a:avLst/>
            <a:gdLst>
              <a:gd name="connsiteX0" fmla="*/ 0 w 4441598"/>
              <a:gd name="connsiteY0" fmla="*/ 0 h 5184775"/>
              <a:gd name="connsiteX1" fmla="*/ 4441598 w 4441598"/>
              <a:gd name="connsiteY1" fmla="*/ 0 h 5184775"/>
              <a:gd name="connsiteX2" fmla="*/ 4441598 w 4441598"/>
              <a:gd name="connsiteY2" fmla="*/ 5184775 h 5184775"/>
              <a:gd name="connsiteX3" fmla="*/ 0 w 4441598"/>
              <a:gd name="connsiteY3" fmla="*/ 5184775 h 51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41598" h="5184775">
                <a:moveTo>
                  <a:pt x="0" y="0"/>
                </a:moveTo>
                <a:lnTo>
                  <a:pt x="4441598" y="0"/>
                </a:lnTo>
                <a:lnTo>
                  <a:pt x="4441598" y="5184775"/>
                </a:lnTo>
                <a:lnTo>
                  <a:pt x="0" y="51847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623888" y="2133600"/>
            <a:ext cx="2606200" cy="2038350"/>
          </a:xfrm>
          <a:custGeom>
            <a:avLst/>
            <a:gdLst>
              <a:gd name="connsiteX0" fmla="*/ 0 w 2606200"/>
              <a:gd name="connsiteY0" fmla="*/ 0 h 2038350"/>
              <a:gd name="connsiteX1" fmla="*/ 2606200 w 2606200"/>
              <a:gd name="connsiteY1" fmla="*/ 0 h 2038350"/>
              <a:gd name="connsiteX2" fmla="*/ 2606200 w 2606200"/>
              <a:gd name="connsiteY2" fmla="*/ 2038350 h 2038350"/>
              <a:gd name="connsiteX3" fmla="*/ 0 w 2606200"/>
              <a:gd name="connsiteY3" fmla="*/ 2038350 h 203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6200" h="2038350">
                <a:moveTo>
                  <a:pt x="0" y="0"/>
                </a:moveTo>
                <a:lnTo>
                  <a:pt x="2606200" y="0"/>
                </a:lnTo>
                <a:lnTo>
                  <a:pt x="2606200" y="2038350"/>
                </a:lnTo>
                <a:lnTo>
                  <a:pt x="0" y="203835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3403230" y="2133600"/>
            <a:ext cx="2606200" cy="2038350"/>
          </a:xfrm>
          <a:custGeom>
            <a:avLst/>
            <a:gdLst>
              <a:gd name="connsiteX0" fmla="*/ 0 w 2606200"/>
              <a:gd name="connsiteY0" fmla="*/ 0 h 2038350"/>
              <a:gd name="connsiteX1" fmla="*/ 2606200 w 2606200"/>
              <a:gd name="connsiteY1" fmla="*/ 0 h 2038350"/>
              <a:gd name="connsiteX2" fmla="*/ 2606200 w 2606200"/>
              <a:gd name="connsiteY2" fmla="*/ 2038350 h 2038350"/>
              <a:gd name="connsiteX3" fmla="*/ 0 w 2606200"/>
              <a:gd name="connsiteY3" fmla="*/ 2038350 h 203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6200" h="2038350">
                <a:moveTo>
                  <a:pt x="0" y="0"/>
                </a:moveTo>
                <a:lnTo>
                  <a:pt x="2606200" y="0"/>
                </a:lnTo>
                <a:lnTo>
                  <a:pt x="2606200" y="2038350"/>
                </a:lnTo>
                <a:lnTo>
                  <a:pt x="0" y="203835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5"/>
          </p:nvPr>
        </p:nvSpPr>
        <p:spPr>
          <a:xfrm>
            <a:off x="6182572" y="2133600"/>
            <a:ext cx="2606200" cy="2038350"/>
          </a:xfrm>
          <a:custGeom>
            <a:avLst/>
            <a:gdLst>
              <a:gd name="connsiteX0" fmla="*/ 0 w 2606200"/>
              <a:gd name="connsiteY0" fmla="*/ 0 h 2038350"/>
              <a:gd name="connsiteX1" fmla="*/ 2606200 w 2606200"/>
              <a:gd name="connsiteY1" fmla="*/ 0 h 2038350"/>
              <a:gd name="connsiteX2" fmla="*/ 2606200 w 2606200"/>
              <a:gd name="connsiteY2" fmla="*/ 2038350 h 2038350"/>
              <a:gd name="connsiteX3" fmla="*/ 0 w 2606200"/>
              <a:gd name="connsiteY3" fmla="*/ 2038350 h 203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6200" h="2038350">
                <a:moveTo>
                  <a:pt x="0" y="0"/>
                </a:moveTo>
                <a:lnTo>
                  <a:pt x="2606200" y="0"/>
                </a:lnTo>
                <a:lnTo>
                  <a:pt x="2606200" y="2038350"/>
                </a:lnTo>
                <a:lnTo>
                  <a:pt x="0" y="203835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8961913" y="2133600"/>
            <a:ext cx="2606200" cy="2038350"/>
          </a:xfrm>
          <a:custGeom>
            <a:avLst/>
            <a:gdLst>
              <a:gd name="connsiteX0" fmla="*/ 0 w 2606200"/>
              <a:gd name="connsiteY0" fmla="*/ 0 h 2038350"/>
              <a:gd name="connsiteX1" fmla="*/ 2606200 w 2606200"/>
              <a:gd name="connsiteY1" fmla="*/ 0 h 2038350"/>
              <a:gd name="connsiteX2" fmla="*/ 2606200 w 2606200"/>
              <a:gd name="connsiteY2" fmla="*/ 2038350 h 2038350"/>
              <a:gd name="connsiteX3" fmla="*/ 0 w 2606200"/>
              <a:gd name="connsiteY3" fmla="*/ 2038350 h 203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6200" h="2038350">
                <a:moveTo>
                  <a:pt x="0" y="0"/>
                </a:moveTo>
                <a:lnTo>
                  <a:pt x="2606200" y="0"/>
                </a:lnTo>
                <a:lnTo>
                  <a:pt x="2606200" y="2038350"/>
                </a:lnTo>
                <a:lnTo>
                  <a:pt x="0" y="203835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623888" y="1089026"/>
            <a:ext cx="5472112" cy="3463924"/>
          </a:xfrm>
          <a:custGeom>
            <a:avLst/>
            <a:gdLst>
              <a:gd name="connsiteX0" fmla="*/ 0 w 5472112"/>
              <a:gd name="connsiteY0" fmla="*/ 0 h 3463924"/>
              <a:gd name="connsiteX1" fmla="*/ 5472112 w 5472112"/>
              <a:gd name="connsiteY1" fmla="*/ 0 h 3463924"/>
              <a:gd name="connsiteX2" fmla="*/ 5472112 w 5472112"/>
              <a:gd name="connsiteY2" fmla="*/ 3463924 h 3463924"/>
              <a:gd name="connsiteX3" fmla="*/ 0 w 5472112"/>
              <a:gd name="connsiteY3" fmla="*/ 3463924 h 346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2112" h="3463924">
                <a:moveTo>
                  <a:pt x="0" y="0"/>
                </a:moveTo>
                <a:lnTo>
                  <a:pt x="5472112" y="0"/>
                </a:lnTo>
                <a:lnTo>
                  <a:pt x="5472112" y="3463924"/>
                </a:lnTo>
                <a:lnTo>
                  <a:pt x="0" y="3463924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623888" y="3789363"/>
            <a:ext cx="5472112" cy="2484436"/>
          </a:xfrm>
          <a:custGeom>
            <a:avLst/>
            <a:gdLst>
              <a:gd name="connsiteX0" fmla="*/ 0 w 5472112"/>
              <a:gd name="connsiteY0" fmla="*/ 0 h 2484436"/>
              <a:gd name="connsiteX1" fmla="*/ 5472112 w 5472112"/>
              <a:gd name="connsiteY1" fmla="*/ 0 h 2484436"/>
              <a:gd name="connsiteX2" fmla="*/ 5472112 w 5472112"/>
              <a:gd name="connsiteY2" fmla="*/ 2484436 h 2484436"/>
              <a:gd name="connsiteX3" fmla="*/ 0 w 5472112"/>
              <a:gd name="connsiteY3" fmla="*/ 2484436 h 2484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2112" h="2484436">
                <a:moveTo>
                  <a:pt x="0" y="0"/>
                </a:moveTo>
                <a:lnTo>
                  <a:pt x="5472112" y="0"/>
                </a:lnTo>
                <a:lnTo>
                  <a:pt x="5472112" y="2484436"/>
                </a:lnTo>
                <a:lnTo>
                  <a:pt x="0" y="2484436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623888" y="3789363"/>
            <a:ext cx="5472112" cy="2484436"/>
          </a:xfrm>
          <a:custGeom>
            <a:avLst/>
            <a:gdLst>
              <a:gd name="connsiteX0" fmla="*/ 0 w 5472112"/>
              <a:gd name="connsiteY0" fmla="*/ 0 h 2484436"/>
              <a:gd name="connsiteX1" fmla="*/ 5472112 w 5472112"/>
              <a:gd name="connsiteY1" fmla="*/ 0 h 2484436"/>
              <a:gd name="connsiteX2" fmla="*/ 5472112 w 5472112"/>
              <a:gd name="connsiteY2" fmla="*/ 2484436 h 2484436"/>
              <a:gd name="connsiteX3" fmla="*/ 0 w 5472112"/>
              <a:gd name="connsiteY3" fmla="*/ 2484436 h 2484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2112" h="2484436">
                <a:moveTo>
                  <a:pt x="0" y="0"/>
                </a:moveTo>
                <a:lnTo>
                  <a:pt x="5472112" y="0"/>
                </a:lnTo>
                <a:lnTo>
                  <a:pt x="5472112" y="2484436"/>
                </a:lnTo>
                <a:lnTo>
                  <a:pt x="0" y="2484436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6096000" y="1103995"/>
            <a:ext cx="2365829" cy="1632856"/>
          </a:xfrm>
          <a:custGeom>
            <a:avLst/>
            <a:gdLst>
              <a:gd name="connsiteX0" fmla="*/ 0 w 2365829"/>
              <a:gd name="connsiteY0" fmla="*/ 0 h 1632856"/>
              <a:gd name="connsiteX1" fmla="*/ 2365829 w 2365829"/>
              <a:gd name="connsiteY1" fmla="*/ 0 h 1632856"/>
              <a:gd name="connsiteX2" fmla="*/ 2365829 w 2365829"/>
              <a:gd name="connsiteY2" fmla="*/ 1632856 h 1632856"/>
              <a:gd name="connsiteX3" fmla="*/ 0 w 2365829"/>
              <a:gd name="connsiteY3" fmla="*/ 1632856 h 1632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5829" h="1632856">
                <a:moveTo>
                  <a:pt x="0" y="0"/>
                </a:moveTo>
                <a:lnTo>
                  <a:pt x="2365829" y="0"/>
                </a:lnTo>
                <a:lnTo>
                  <a:pt x="2365829" y="1632856"/>
                </a:lnTo>
                <a:lnTo>
                  <a:pt x="0" y="1632856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5"/>
          </p:nvPr>
        </p:nvSpPr>
        <p:spPr>
          <a:xfrm>
            <a:off x="6096000" y="2872469"/>
            <a:ext cx="2365829" cy="1632856"/>
          </a:xfrm>
          <a:custGeom>
            <a:avLst/>
            <a:gdLst>
              <a:gd name="connsiteX0" fmla="*/ 0 w 2365829"/>
              <a:gd name="connsiteY0" fmla="*/ 0 h 1632856"/>
              <a:gd name="connsiteX1" fmla="*/ 2365829 w 2365829"/>
              <a:gd name="connsiteY1" fmla="*/ 0 h 1632856"/>
              <a:gd name="connsiteX2" fmla="*/ 2365829 w 2365829"/>
              <a:gd name="connsiteY2" fmla="*/ 1632856 h 1632856"/>
              <a:gd name="connsiteX3" fmla="*/ 0 w 2365829"/>
              <a:gd name="connsiteY3" fmla="*/ 1632856 h 1632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5829" h="1632856">
                <a:moveTo>
                  <a:pt x="0" y="0"/>
                </a:moveTo>
                <a:lnTo>
                  <a:pt x="2365829" y="0"/>
                </a:lnTo>
                <a:lnTo>
                  <a:pt x="2365829" y="1632856"/>
                </a:lnTo>
                <a:lnTo>
                  <a:pt x="0" y="1632856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6"/>
          </p:nvPr>
        </p:nvSpPr>
        <p:spPr>
          <a:xfrm>
            <a:off x="6096000" y="4640943"/>
            <a:ext cx="2365829" cy="1632856"/>
          </a:xfrm>
          <a:custGeom>
            <a:avLst/>
            <a:gdLst>
              <a:gd name="connsiteX0" fmla="*/ 0 w 2365829"/>
              <a:gd name="connsiteY0" fmla="*/ 0 h 1632856"/>
              <a:gd name="connsiteX1" fmla="*/ 2365829 w 2365829"/>
              <a:gd name="connsiteY1" fmla="*/ 0 h 1632856"/>
              <a:gd name="connsiteX2" fmla="*/ 2365829 w 2365829"/>
              <a:gd name="connsiteY2" fmla="*/ 1632856 h 1632856"/>
              <a:gd name="connsiteX3" fmla="*/ 0 w 2365829"/>
              <a:gd name="connsiteY3" fmla="*/ 1632856 h 1632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5829" h="1632856">
                <a:moveTo>
                  <a:pt x="0" y="0"/>
                </a:moveTo>
                <a:lnTo>
                  <a:pt x="2365829" y="0"/>
                </a:lnTo>
                <a:lnTo>
                  <a:pt x="2365829" y="1632856"/>
                </a:lnTo>
                <a:lnTo>
                  <a:pt x="0" y="1632856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3C2FC3-5083-4D44-AE58-DBA5D8A95F84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62B6EB-B451-4A16-8FBD-586554CC0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>
          <a:xfrm>
            <a:off x="459740" y="382905"/>
            <a:ext cx="7499272" cy="542925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/>
          <a:p>
            <a:pPr>
              <a:defRPr sz="6000" b="1">
                <a:solidFill>
                  <a:srgbClr val="9C7D57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r>
              <a:rPr lang="zh-CN" altLang="en-US" sz="3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线上价格管控</a:t>
            </a:r>
            <a:r>
              <a:rPr lang="en-US" altLang="zh-CN" sz="3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-3/2-3/6</a:t>
            </a:r>
            <a:r>
              <a:rPr lang="zh-CN" altLang="en-US" sz="3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周报（战略品）</a:t>
            </a:r>
            <a:endParaRPr lang="zh-CN" sz="32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15"/>
          <p:cNvSpPr/>
          <p:nvPr/>
        </p:nvSpPr>
        <p:spPr>
          <a:xfrm>
            <a:off x="480060" y="1137920"/>
            <a:ext cx="11163918" cy="29117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战略品现状</a:t>
            </a:r>
          </a:p>
        </p:txBody>
      </p:sp>
      <p:sp>
        <p:nvSpPr>
          <p:cNvPr id="10" name="矩形"/>
          <p:cNvSpPr/>
          <p:nvPr/>
        </p:nvSpPr>
        <p:spPr>
          <a:xfrm>
            <a:off x="480059" y="1429091"/>
            <a:ext cx="11163918" cy="1953691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lvl="0" algn="ctr" defTabSz="825500">
              <a:spcBef>
                <a:spcPts val="0"/>
              </a:spcBef>
              <a:buClrTx/>
              <a:buSzTx/>
              <a:buFontTx/>
              <a:defRPr sz="3200">
                <a:latin typeface="HYRUNYUAN-35W THIN"/>
                <a:ea typeface="HYRUNYUAN-35W THIN"/>
                <a:cs typeface="HYRUNYUAN-35W THIN"/>
                <a:sym typeface="HYRUNYUAN-35W THIN"/>
              </a:defRPr>
            </a:pPr>
            <a:endParaRPr lang="zh-CN" altLang="en-US" sz="1600">
              <a:solidFill>
                <a:schemeClr val="accent2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圆角矩形 40"/>
          <p:cNvSpPr/>
          <p:nvPr/>
        </p:nvSpPr>
        <p:spPr>
          <a:xfrm>
            <a:off x="480058" y="1470593"/>
            <a:ext cx="2393771" cy="50025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除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PDD)</a:t>
            </a:r>
          </a:p>
        </p:txBody>
      </p:sp>
      <p:sp>
        <p:nvSpPr>
          <p:cNvPr id="12" name="圆角矩形 40"/>
          <p:cNvSpPr/>
          <p:nvPr/>
        </p:nvSpPr>
        <p:spPr>
          <a:xfrm>
            <a:off x="3018667" y="1470593"/>
            <a:ext cx="4287202" cy="50025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违规情况</a:t>
            </a:r>
            <a:endParaRPr lang="en-US" altLang="zh-CN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40"/>
          <p:cNvSpPr/>
          <p:nvPr/>
        </p:nvSpPr>
        <p:spPr>
          <a:xfrm>
            <a:off x="7450707" y="1470593"/>
            <a:ext cx="4192926" cy="506018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处理进度</a:t>
            </a:r>
            <a:endParaRPr lang="en-US" altLang="zh-CN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40"/>
          <p:cNvSpPr/>
          <p:nvPr/>
        </p:nvSpPr>
        <p:spPr>
          <a:xfrm>
            <a:off x="480058" y="2049078"/>
            <a:ext cx="2393771" cy="1333704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3287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条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除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PDD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1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违规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213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条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除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PDD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违规率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6%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除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PDD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1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40"/>
          <p:cNvSpPr/>
          <p:nvPr>
            <p:custDataLst>
              <p:tags r:id="rId1"/>
            </p:custDataLst>
          </p:nvPr>
        </p:nvSpPr>
        <p:spPr>
          <a:xfrm>
            <a:off x="3036568" y="2054158"/>
            <a:ext cx="4269301" cy="1334663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总违规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349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条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，对比上周减少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63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条违规链接，环比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-15%</a:t>
            </a:r>
            <a:endParaRPr lang="zh-CN" altLang="en-US" sz="1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违规靠前大区依次是：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广州，上海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已知经销商占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29%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、未知经销商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71%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重点关注经销商：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广州喜万家、上海友吖</a:t>
            </a:r>
            <a:endParaRPr sz="1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40"/>
          <p:cNvSpPr/>
          <p:nvPr/>
        </p:nvSpPr>
        <p:spPr>
          <a:xfrm>
            <a:off x="7431455" y="2088545"/>
            <a:ext cx="4212521" cy="1294237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本周处理：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本周总处理链接数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124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条，</a:t>
            </a:r>
            <a:r>
              <a:rPr 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36%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已知经销商处理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48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，完成率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48%</a:t>
            </a:r>
            <a:endParaRPr lang="en-US" altLang="zh-CN" sz="1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未知经销商处理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76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，完成率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31%</a:t>
            </a:r>
          </a:p>
          <a:p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累计进度：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截止本周累计共处理链接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820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条，完成率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51%</a:t>
            </a:r>
            <a:endParaRPr lang="en-US" altLang="zh-CN" sz="1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已知经销商处理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427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条，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64%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未知经销商处理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393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条，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42%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459740" y="3500755"/>
            <a:ext cx="11184237" cy="32315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"/>
          <p:cNvSpPr/>
          <p:nvPr/>
        </p:nvSpPr>
        <p:spPr>
          <a:xfrm>
            <a:off x="480059" y="1429092"/>
            <a:ext cx="11163918" cy="1953690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lvl="0" algn="ctr" defTabSz="825500">
              <a:spcBef>
                <a:spcPts val="0"/>
              </a:spcBef>
              <a:buClrTx/>
              <a:buSzTx/>
              <a:buFontTx/>
              <a:defRPr sz="3200">
                <a:latin typeface="HYRUNYUAN-35W THIN"/>
                <a:ea typeface="HYRUNYUAN-35W THIN"/>
                <a:cs typeface="HYRUNYUAN-35W THIN"/>
                <a:sym typeface="HYRUNYUAN-35W THIN"/>
              </a:defRPr>
            </a:pPr>
            <a:endParaRPr lang="zh-CN" altLang="en-US" sz="1600">
              <a:solidFill>
                <a:schemeClr val="accent2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1"/>
          <p:cNvSpPr txBox="1"/>
          <p:nvPr/>
        </p:nvSpPr>
        <p:spPr>
          <a:xfrm>
            <a:off x="459740" y="382905"/>
            <a:ext cx="7070064" cy="542925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/>
          <a:p>
            <a:pPr>
              <a:defRPr sz="6000" b="1">
                <a:solidFill>
                  <a:srgbClr val="9C7D57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r>
              <a:rPr lang="zh-CN" altLang="en-US" sz="3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线上价格管控</a:t>
            </a:r>
            <a:r>
              <a:rPr lang="en-US" altLang="zh-CN" sz="3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altLang="zh-CN" sz="3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3/2-3/6</a:t>
            </a:r>
            <a:r>
              <a:rPr lang="zh-CN" altLang="en-US" sz="3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周报（餐后）</a:t>
            </a:r>
            <a:endParaRPr lang="zh-CN" sz="32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圆角矩形 15"/>
          <p:cNvSpPr/>
          <p:nvPr/>
        </p:nvSpPr>
        <p:spPr>
          <a:xfrm>
            <a:off x="480060" y="1137920"/>
            <a:ext cx="11163918" cy="29117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餐后现状</a:t>
            </a:r>
          </a:p>
        </p:txBody>
      </p:sp>
      <p:sp>
        <p:nvSpPr>
          <p:cNvPr id="13" name="圆角矩形 40"/>
          <p:cNvSpPr/>
          <p:nvPr/>
        </p:nvSpPr>
        <p:spPr>
          <a:xfrm>
            <a:off x="480060" y="1470593"/>
            <a:ext cx="2390070" cy="50025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除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PDD)</a:t>
            </a:r>
          </a:p>
        </p:txBody>
      </p:sp>
      <p:sp>
        <p:nvSpPr>
          <p:cNvPr id="15" name="圆角矩形 40"/>
          <p:cNvSpPr/>
          <p:nvPr/>
        </p:nvSpPr>
        <p:spPr>
          <a:xfrm>
            <a:off x="3018668" y="1470594"/>
            <a:ext cx="4245258" cy="50025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违规情况</a:t>
            </a:r>
            <a:endParaRPr lang="en-US" altLang="zh-CN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40"/>
          <p:cNvSpPr/>
          <p:nvPr/>
        </p:nvSpPr>
        <p:spPr>
          <a:xfrm>
            <a:off x="7431455" y="1464491"/>
            <a:ext cx="4212521" cy="506018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处理进度</a:t>
            </a:r>
            <a:endParaRPr lang="en-US" altLang="zh-CN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40"/>
          <p:cNvSpPr/>
          <p:nvPr/>
        </p:nvSpPr>
        <p:spPr>
          <a:xfrm>
            <a:off x="480060" y="2058035"/>
            <a:ext cx="2390070" cy="1324747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585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条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除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PDD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违规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条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除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PDD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违规率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4%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除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PDD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21" name="圆角矩形 40"/>
          <p:cNvSpPr/>
          <p:nvPr/>
        </p:nvSpPr>
        <p:spPr>
          <a:xfrm>
            <a:off x="3018791" y="2070100"/>
            <a:ext cx="4287078" cy="1312682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总违规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37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条，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对比上周减少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条违规链接，环比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-26%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已知经销商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17%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、未知经销商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83%</a:t>
            </a:r>
          </a:p>
          <a:p>
            <a:pPr indent="0">
              <a:buFont typeface="Arial" panose="020B0604020202020204" pitchFamily="34" charset="0"/>
              <a:buNone/>
            </a:pPr>
            <a:endParaRPr lang="zh-CN" sz="1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圆角矩形 40"/>
          <p:cNvSpPr/>
          <p:nvPr/>
        </p:nvSpPr>
        <p:spPr>
          <a:xfrm>
            <a:off x="7416616" y="2058035"/>
            <a:ext cx="4228014" cy="1324747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本周处理：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本周总处理链接数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23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条，</a:t>
            </a:r>
            <a:r>
              <a:rPr 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62%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已知经销商处理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，完成率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50%</a:t>
            </a:r>
            <a:endParaRPr lang="en-US" altLang="zh-CN" sz="1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未知经销商处理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，完成率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65%</a:t>
            </a:r>
          </a:p>
          <a:p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累计进度：</a:t>
            </a:r>
            <a:endParaRPr lang="en-US" altLang="zh-CN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截止本周累计共处理链接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244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已知经销商处理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112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条，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85%</a:t>
            </a:r>
            <a:endParaRPr lang="zh-CN" altLang="en-US" sz="1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未知经销商处理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132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条，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完成率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84%</a:t>
            </a:r>
            <a:endParaRPr lang="en-US" altLang="zh-CN" sz="1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480058" y="3500120"/>
            <a:ext cx="11163918" cy="32188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AxNjdjYmZhM2JkNThhZDUxZjU1NmNkNjJmZjdjY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2.9307086614174,&quot;width&quot;:7751.562204724408}"/>
</p:tagLst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8E3DC"/>
      </a:accent1>
      <a:accent2>
        <a:srgbClr val="9E7953"/>
      </a:accent2>
      <a:accent3>
        <a:srgbClr val="D9C3B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300</Words>
  <Application>Microsoft Office PowerPoint</Application>
  <PresentationFormat>宽屏</PresentationFormat>
  <Paragraphs>39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苹方-简</vt:lpstr>
      <vt:lpstr>微软雅黑</vt:lpstr>
      <vt:lpstr>Arial</vt:lpstr>
      <vt:lpstr>1_Office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qingbin chen</cp:lastModifiedBy>
  <cp:revision>205</cp:revision>
  <dcterms:created xsi:type="dcterms:W3CDTF">2026-01-23T01:29:00Z</dcterms:created>
  <dcterms:modified xsi:type="dcterms:W3CDTF">2026-03-06T09:12:48Z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DC8E9754AD3B49CFBCFC982A34FB3B5F_13</vt:lpwstr>
  </property>
</Properties>
</file>